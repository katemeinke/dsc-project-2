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Manrope Light"/>
      <p:regular r:id="rId23"/>
      <p:bold r:id="rId24"/>
    </p:embeddedFont>
    <p:embeddedFont>
      <p:font typeface="Anton"/>
      <p:regular r:id="rId25"/>
    </p:embeddedFont>
    <p:embeddedFont>
      <p:font typeface="Manrope SemiBold"/>
      <p:regular r:id="rId26"/>
      <p:bold r:id="rId27"/>
    </p:embeddedFont>
    <p:embeddedFont>
      <p:font typeface="Manrope"/>
      <p:regular r:id="rId28"/>
      <p:bold r:id="rId29"/>
    </p:embeddedFont>
    <p:embeddedFont>
      <p:font typeface="Manrope ExtraBold"/>
      <p:bold r:id="rId30"/>
    </p:embeddedFont>
    <p:embeddedFont>
      <p:font typeface="Manrope Medium"/>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anropeLight-bold.fntdata"/><Relationship Id="rId23" Type="http://schemas.openxmlformats.org/officeDocument/2006/relationships/font" Target="fonts/Manrope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anropeSemiBold-regular.fntdata"/><Relationship Id="rId25" Type="http://schemas.openxmlformats.org/officeDocument/2006/relationships/font" Target="fonts/Anton-regular.fntdata"/><Relationship Id="rId28" Type="http://schemas.openxmlformats.org/officeDocument/2006/relationships/font" Target="fonts/Manrope-regular.fntdata"/><Relationship Id="rId27" Type="http://schemas.openxmlformats.org/officeDocument/2006/relationships/font" Target="fonts/Manrope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anrope-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anropeMedium-regular.fntdata"/><Relationship Id="rId30" Type="http://schemas.openxmlformats.org/officeDocument/2006/relationships/font" Target="fonts/ManropeExtraBold-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ManropeMedium-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d4aa819aa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d4aa819aa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4aa819aa6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d4aa819aa6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Data Collection: The data collection method was to measure skin conductance recordings using a wristband while taking their exams. (published in may 2022)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200">
                <a:solidFill>
                  <a:schemeClr val="dk1"/>
                </a:solidFill>
              </a:rPr>
              <a:t>Featured variables:  The most direct measure of sympathetic nervous system activity is EDA, heart rate was also very reactive, and ACC  (movement) was also a high indicator of stress as it generally increases with stress.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200">
                <a:solidFill>
                  <a:schemeClr val="dk1"/>
                </a:solidFill>
              </a:rPr>
              <a:t>Missing and Created Variables: no missing variables, but all variables were scaled differently and had a different sampling frequency so we had to adjust to merge them all on time (in seconds). We also created the composite stress score to weight the different featured variables (accounting for unrelated movement and heart rate) </a:t>
            </a:r>
            <a:endParaRPr sz="1200">
              <a:solidFill>
                <a:schemeClr val="dk1"/>
              </a:solidFill>
            </a:endParaRPr>
          </a:p>
          <a:p>
            <a:pPr indent="0" lvl="0" marL="0" rtl="0" algn="l">
              <a:spcBef>
                <a:spcPts val="80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4aa819aa6_2_1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d4aa819aa6_2_1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d4ab858c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3d4ab858c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-heart rate fluctuates heavily, directly related to ACC because of movement. -straight line at the end could be an easy part of test,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d4ab858c5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d4ab858c5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Straight line at beginning could mean test is just now starting, then harder questions come along (big spikes).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d4ab858c5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3d4ab858c5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Final for all students have similar graphs because the test follows the same structure. High heart rate, high ACC because movement is related to HR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4ab858c5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3d4ab858c5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-graphs look like student two midterm 1 because test is similar, has high heart rate, very inconsistent ACC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d4ab858c5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3d4ab858c5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Looks like student 2 final graphs, with similar jumps because of similar test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d4ab858c5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d4ab858c5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graph has large spike possibly because of a </a:t>
            </a:r>
            <a:r>
              <a:rPr lang="en"/>
              <a:t>difficult</a:t>
            </a:r>
            <a:r>
              <a:rPr lang="en"/>
              <a:t> question, while the rest of the graph is somewhat calmer, with potentially somewhat difficult questions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d4aa819aa6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d4aa819aa6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200">
                <a:solidFill>
                  <a:srgbClr val="1F1F1F"/>
                </a:solidFill>
                <a:highlight>
                  <a:srgbClr val="FFFFFF"/>
                </a:highlight>
              </a:rPr>
              <a:t>Student 1 experiences a big spike in EDA and overall stress that reaches its peack for the exam. This state indicates high arousal, suggesting the student had intense mental effort or high stress. Additionally, the student's movement remained low during the spikes and variations, so we can assume that the stress and arousal was purely caused by mental stress rather than physical movement.They also performed the poorest on the exam.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d4aa819aa6_2_1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3d4aa819aa6_2_1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200">
                <a:solidFill>
                  <a:srgbClr val="1F1F1F"/>
                </a:solidFill>
                <a:highlight>
                  <a:srgbClr val="FFFFFF"/>
                </a:highlight>
              </a:rPr>
              <a:t>The student still experiences a sharp rise in EDA that occurs a little earlier in the exam. The way the student recovers and the overall stress volume has decreased since midterm 1. The student scored higher on this exam than the first. They sustained more rather than having sharp and sudden peaks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d4aa819aa6_2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3d4aa819aa6_2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200">
                <a:solidFill>
                  <a:srgbClr val="1F1F1F"/>
                </a:solidFill>
                <a:highlight>
                  <a:srgbClr val="FFFFFF"/>
                </a:highlight>
              </a:rPr>
              <a:t>During the final Exam, student 1 is stressed but much more stable in comparison to midterms 1 and 2. The activity/arousal builds slowly and remains much more controlled than in previous exams. The peak and variation is much lower, which shows the student was much less erratic suggesting they had more focus and less emotional volatility. Student 1 recieved their highest grade on this exam.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d4aa819aa6_2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3d4aa819aa6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200000"/>
              </a:lnSpc>
              <a:spcBef>
                <a:spcPts val="600"/>
              </a:spcBef>
              <a:spcAft>
                <a:spcPts val="0"/>
              </a:spcAft>
              <a:buClr>
                <a:srgbClr val="1F1F1F"/>
              </a:buClr>
              <a:buSzPts val="900"/>
              <a:buFont typeface="Manrope"/>
              <a:buAutoNum type="arabicPeriod"/>
            </a:pPr>
            <a:r>
              <a:rPr lang="en" sz="900">
                <a:solidFill>
                  <a:srgbClr val="1F1F1F"/>
                </a:solidFill>
                <a:latin typeface="Manrope"/>
                <a:ea typeface="Manrope"/>
                <a:cs typeface="Manrope"/>
                <a:sym typeface="Manrope"/>
              </a:rPr>
              <a:t>How do stress-related biometric signals change across 3 exams? (Do students get more stressed or learn to handle it better throughout the year?)</a:t>
            </a:r>
            <a:endParaRPr sz="900">
              <a:solidFill>
                <a:srgbClr val="1F1F1F"/>
              </a:solidFill>
              <a:latin typeface="Manrope"/>
              <a:ea typeface="Manrope"/>
              <a:cs typeface="Manrope"/>
              <a:sym typeface="Manrope"/>
            </a:endParaRPr>
          </a:p>
          <a:p>
            <a:pPr indent="0" lvl="0" marL="0" rtl="0" algn="l">
              <a:spcBef>
                <a:spcPts val="600"/>
              </a:spcBef>
              <a:spcAft>
                <a:spcPts val="0"/>
              </a:spcAft>
              <a:buSzPts val="1100"/>
              <a:buNone/>
            </a:pPr>
            <a:r>
              <a:t/>
            </a:r>
            <a:endParaRPr sz="5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d4aa819aa6_2_1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3d4aa819aa6_2_1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200000"/>
              </a:lnSpc>
              <a:spcBef>
                <a:spcPts val="600"/>
              </a:spcBef>
              <a:spcAft>
                <a:spcPts val="0"/>
              </a:spcAft>
              <a:buNone/>
            </a:pPr>
            <a:r>
              <a:rPr lang="en">
                <a:solidFill>
                  <a:srgbClr val="1F1F1F"/>
                </a:solidFill>
                <a:latin typeface="Manrope"/>
                <a:ea typeface="Manrope"/>
                <a:cs typeface="Manrope"/>
                <a:sym typeface="Manrope"/>
              </a:rPr>
              <a:t>Do students with higher physiological stress patterns tend to have lower grades?</a:t>
            </a:r>
            <a:endParaRPr>
              <a:solidFill>
                <a:srgbClr val="1F1F1F"/>
              </a:solidFill>
              <a:latin typeface="Manrope"/>
              <a:ea typeface="Manrope"/>
              <a:cs typeface="Manrope"/>
              <a:sym typeface="Manrope"/>
            </a:endParaRPr>
          </a:p>
          <a:p>
            <a:pPr indent="0" lvl="0" marL="0" rtl="0" algn="l">
              <a:spcBef>
                <a:spcPts val="60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96e17ef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396e17ef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96e17efd0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396e17efd0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p:cSld name="BLANK_1_1_1_1_1_1">
    <p:spTree>
      <p:nvGrpSpPr>
        <p:cNvPr id="53" name="Shape 53"/>
        <p:cNvGrpSpPr/>
        <p:nvPr/>
      </p:nvGrpSpPr>
      <p:grpSpPr>
        <a:xfrm>
          <a:off x="0" y="0"/>
          <a:ext cx="0" cy="0"/>
          <a:chOff x="0" y="0"/>
          <a:chExt cx="0" cy="0"/>
        </a:xfrm>
      </p:grpSpPr>
      <p:grpSp>
        <p:nvGrpSpPr>
          <p:cNvPr id="54" name="Google Shape;54;p14"/>
          <p:cNvGrpSpPr/>
          <p:nvPr/>
        </p:nvGrpSpPr>
        <p:grpSpPr>
          <a:xfrm>
            <a:off x="-23299" y="-8075"/>
            <a:ext cx="9190577" cy="5150040"/>
            <a:chOff x="11751" y="-6300"/>
            <a:chExt cx="9190577" cy="5150040"/>
          </a:xfrm>
        </p:grpSpPr>
        <p:grpSp>
          <p:nvGrpSpPr>
            <p:cNvPr id="55" name="Google Shape;55;p14"/>
            <p:cNvGrpSpPr/>
            <p:nvPr/>
          </p:nvGrpSpPr>
          <p:grpSpPr>
            <a:xfrm>
              <a:off x="11751" y="-6300"/>
              <a:ext cx="4777902" cy="2703033"/>
              <a:chOff x="11750" y="-6290"/>
              <a:chExt cx="9125100" cy="5162400"/>
            </a:xfrm>
          </p:grpSpPr>
          <p:cxnSp>
            <p:nvCxnSpPr>
              <p:cNvPr id="56" name="Google Shape;56;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 name="Google Shape;57;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 name="Google Shape;58;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 name="Google Shape;59;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 name="Google Shape;60;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 name="Google Shape;61;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2" name="Google Shape;62;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3" name="Google Shape;63;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4" name="Google Shape;64;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5" name="Google Shape;65;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6" name="Google Shape;66;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7" name="Google Shape;67;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8" name="Google Shape;68;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9" name="Google Shape;69;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0" name="Google Shape;70;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1" name="Google Shape;71;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3" name="Google Shape;73;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4" name="Google Shape;74;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5" name="Google Shape;75;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6" name="Google Shape;76;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7" name="Google Shape;77;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78" name="Google Shape;78;p14"/>
            <p:cNvGrpSpPr/>
            <p:nvPr/>
          </p:nvGrpSpPr>
          <p:grpSpPr>
            <a:xfrm>
              <a:off x="11751" y="2440707"/>
              <a:ext cx="4777902" cy="2703033"/>
              <a:chOff x="11750" y="-6290"/>
              <a:chExt cx="9125100" cy="5162400"/>
            </a:xfrm>
          </p:grpSpPr>
          <p:cxnSp>
            <p:nvCxnSpPr>
              <p:cNvPr id="79" name="Google Shape;79;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0" name="Google Shape;80;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1" name="Google Shape;81;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2" name="Google Shape;82;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3" name="Google Shape;83;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4" name="Google Shape;84;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5" name="Google Shape;85;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6" name="Google Shape;86;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7" name="Google Shape;87;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8" name="Google Shape;88;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9" name="Google Shape;89;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0" name="Google Shape;90;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1" name="Google Shape;91;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2" name="Google Shape;92;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3" name="Google Shape;93;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4" name="Google Shape;94;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5" name="Google Shape;95;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 name="Google Shape;96;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 name="Google Shape;97;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 name="Google Shape;98;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 name="Google Shape;99;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0" name="Google Shape;100;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01" name="Google Shape;101;p14"/>
            <p:cNvGrpSpPr/>
            <p:nvPr/>
          </p:nvGrpSpPr>
          <p:grpSpPr>
            <a:xfrm>
              <a:off x="4424426" y="-6300"/>
              <a:ext cx="4777902" cy="2703033"/>
              <a:chOff x="11750" y="-6290"/>
              <a:chExt cx="9125100" cy="5162400"/>
            </a:xfrm>
          </p:grpSpPr>
          <p:cxnSp>
            <p:nvCxnSpPr>
              <p:cNvPr id="102" name="Google Shape;102;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3" name="Google Shape;103;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4" name="Google Shape;104;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5" name="Google Shape;105;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6" name="Google Shape;106;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7" name="Google Shape;107;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8" name="Google Shape;108;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9" name="Google Shape;109;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0" name="Google Shape;110;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1" name="Google Shape;111;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2" name="Google Shape;112;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3" name="Google Shape;113;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4" name="Google Shape;114;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5" name="Google Shape;115;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6" name="Google Shape;116;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7" name="Google Shape;117;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8" name="Google Shape;118;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9" name="Google Shape;119;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0" name="Google Shape;120;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1" name="Google Shape;121;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2" name="Google Shape;122;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3" name="Google Shape;123;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24" name="Google Shape;124;p14"/>
            <p:cNvGrpSpPr/>
            <p:nvPr/>
          </p:nvGrpSpPr>
          <p:grpSpPr>
            <a:xfrm>
              <a:off x="4424426" y="2440707"/>
              <a:ext cx="4777902" cy="2703033"/>
              <a:chOff x="11750" y="-6290"/>
              <a:chExt cx="9125100" cy="5162400"/>
            </a:xfrm>
          </p:grpSpPr>
          <p:cxnSp>
            <p:nvCxnSpPr>
              <p:cNvPr id="125" name="Google Shape;125;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 name="Google Shape;126;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 name="Google Shape;127;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8" name="Google Shape;128;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 name="Google Shape;129;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0" name="Google Shape;130;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 name="Google Shape;131;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 name="Google Shape;132;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3" name="Google Shape;133;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4" name="Google Shape;134;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5" name="Google Shape;135;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6" name="Google Shape;136;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7" name="Google Shape;137;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8" name="Google Shape;138;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9" name="Google Shape;139;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0" name="Google Shape;140;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1" name="Google Shape;141;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2" name="Google Shape;142;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3" name="Google Shape;143;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 name="Google Shape;144;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 name="Google Shape;145;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6" name="Google Shape;146;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47" name="Google Shape;147;p14"/>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Font typeface="Anton"/>
              <a:buNone/>
              <a:defRPr sz="60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148" name="Google Shape;148;p14"/>
          <p:cNvSpPr txBox="1"/>
          <p:nvPr>
            <p:ph idx="2" type="title"/>
          </p:nvPr>
        </p:nvSpPr>
        <p:spPr>
          <a:xfrm rot="-54379">
            <a:off x="5015453" y="3227438"/>
            <a:ext cx="1517290" cy="301238"/>
          </a:xfrm>
          <a:prstGeom prst="rect">
            <a:avLst/>
          </a:prstGeom>
          <a:solidFill>
            <a:schemeClr val="accent3"/>
          </a:solidFill>
        </p:spPr>
        <p:txBody>
          <a:bodyPr anchorCtr="0" anchor="ctr" bIns="91425" lIns="91425" spcFirstLastPara="1" rIns="91425" wrap="square" tIns="91425">
            <a:sp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49" name="Google Shape;149;p14"/>
          <p:cNvSpPr txBox="1"/>
          <p:nvPr>
            <p:ph idx="1" type="body"/>
          </p:nvPr>
        </p:nvSpPr>
        <p:spPr>
          <a:xfrm>
            <a:off x="2422100" y="4170725"/>
            <a:ext cx="4304400" cy="438300"/>
          </a:xfrm>
          <a:prstGeom prst="rect">
            <a:avLst/>
          </a:prstGeom>
        </p:spPr>
        <p:txBody>
          <a:bodyPr anchorCtr="0" anchor="ctr" bIns="91425" lIns="91425" spcFirstLastPara="1" rIns="91425" wrap="square" tIns="91425">
            <a:noAutofit/>
          </a:bodyPr>
          <a:lstStyle>
            <a:lvl1pPr indent="-292100" lvl="0" marL="457200" algn="ctr">
              <a:spcBef>
                <a:spcPts val="0"/>
              </a:spcBef>
              <a:spcAft>
                <a:spcPts val="0"/>
              </a:spcAft>
              <a:buSzPts val="1000"/>
              <a:buFont typeface="Manrope Light"/>
              <a:buChar char="●"/>
              <a:defRPr sz="1000">
                <a:latin typeface="Manrope Light"/>
                <a:ea typeface="Manrope Light"/>
                <a:cs typeface="Manrope Light"/>
                <a:sym typeface="Manrope Light"/>
              </a:defRPr>
            </a:lvl1pPr>
            <a:lvl2pPr indent="-292100" lvl="1" marL="914400" algn="ctr">
              <a:spcBef>
                <a:spcPts val="800"/>
              </a:spcBef>
              <a:spcAft>
                <a:spcPts val="0"/>
              </a:spcAft>
              <a:buSzPts val="1000"/>
              <a:buFont typeface="Manrope Light"/>
              <a:buChar char="○"/>
              <a:defRPr sz="1000">
                <a:latin typeface="Manrope Light"/>
                <a:ea typeface="Manrope Light"/>
                <a:cs typeface="Manrope Light"/>
                <a:sym typeface="Manrope Light"/>
              </a:defRPr>
            </a:lvl2pPr>
            <a:lvl3pPr indent="-292100" lvl="2" marL="1371600" algn="ctr">
              <a:spcBef>
                <a:spcPts val="800"/>
              </a:spcBef>
              <a:spcAft>
                <a:spcPts val="0"/>
              </a:spcAft>
              <a:buSzPts val="1000"/>
              <a:buFont typeface="Manrope Light"/>
              <a:buChar char="■"/>
              <a:defRPr sz="1000">
                <a:latin typeface="Manrope Light"/>
                <a:ea typeface="Manrope Light"/>
                <a:cs typeface="Manrope Light"/>
                <a:sym typeface="Manrope Light"/>
              </a:defRPr>
            </a:lvl3pPr>
            <a:lvl4pPr indent="-292100" lvl="3" marL="1828800" algn="ctr">
              <a:spcBef>
                <a:spcPts val="800"/>
              </a:spcBef>
              <a:spcAft>
                <a:spcPts val="0"/>
              </a:spcAft>
              <a:buSzPts val="1000"/>
              <a:buFont typeface="Manrope Light"/>
              <a:buChar char="●"/>
              <a:defRPr sz="1000">
                <a:latin typeface="Manrope Light"/>
                <a:ea typeface="Manrope Light"/>
                <a:cs typeface="Manrope Light"/>
                <a:sym typeface="Manrope Light"/>
              </a:defRPr>
            </a:lvl4pPr>
            <a:lvl5pPr indent="-292100" lvl="4" marL="2286000" algn="ctr">
              <a:spcBef>
                <a:spcPts val="800"/>
              </a:spcBef>
              <a:spcAft>
                <a:spcPts val="0"/>
              </a:spcAft>
              <a:buSzPts val="1000"/>
              <a:buFont typeface="Manrope Light"/>
              <a:buChar char="○"/>
              <a:defRPr sz="1000">
                <a:latin typeface="Manrope Light"/>
                <a:ea typeface="Manrope Light"/>
                <a:cs typeface="Manrope Light"/>
                <a:sym typeface="Manrope Light"/>
              </a:defRPr>
            </a:lvl5pPr>
            <a:lvl6pPr indent="-292100" lvl="5" marL="2743200" algn="ctr">
              <a:spcBef>
                <a:spcPts val="800"/>
              </a:spcBef>
              <a:spcAft>
                <a:spcPts val="0"/>
              </a:spcAft>
              <a:buSzPts val="1000"/>
              <a:buFont typeface="Manrope Light"/>
              <a:buChar char="■"/>
              <a:defRPr sz="1000">
                <a:latin typeface="Manrope Light"/>
                <a:ea typeface="Manrope Light"/>
                <a:cs typeface="Manrope Light"/>
                <a:sym typeface="Manrope Light"/>
              </a:defRPr>
            </a:lvl6pPr>
            <a:lvl7pPr indent="-292100" lvl="6" marL="3200400" algn="ctr">
              <a:spcBef>
                <a:spcPts val="800"/>
              </a:spcBef>
              <a:spcAft>
                <a:spcPts val="0"/>
              </a:spcAft>
              <a:buSzPts val="1000"/>
              <a:buFont typeface="Manrope Light"/>
              <a:buChar char="●"/>
              <a:defRPr sz="1000">
                <a:latin typeface="Manrope Light"/>
                <a:ea typeface="Manrope Light"/>
                <a:cs typeface="Manrope Light"/>
                <a:sym typeface="Manrope Light"/>
              </a:defRPr>
            </a:lvl7pPr>
            <a:lvl8pPr indent="-292100" lvl="7" marL="3657600" algn="ctr">
              <a:spcBef>
                <a:spcPts val="800"/>
              </a:spcBef>
              <a:spcAft>
                <a:spcPts val="0"/>
              </a:spcAft>
              <a:buSzPts val="1000"/>
              <a:buFont typeface="Manrope Light"/>
              <a:buChar char="○"/>
              <a:defRPr sz="1000">
                <a:latin typeface="Manrope Light"/>
                <a:ea typeface="Manrope Light"/>
                <a:cs typeface="Manrope Light"/>
                <a:sym typeface="Manrope Light"/>
              </a:defRPr>
            </a:lvl8pPr>
            <a:lvl9pPr indent="-292100" lvl="8" marL="4114800" algn="ctr">
              <a:spcBef>
                <a:spcPts val="800"/>
              </a:spcBef>
              <a:spcAft>
                <a:spcPts val="800"/>
              </a:spcAft>
              <a:buSzPts val="1000"/>
              <a:buFont typeface="Manrope Light"/>
              <a:buChar char="■"/>
              <a:defRPr sz="1000">
                <a:latin typeface="Manrope Light"/>
                <a:ea typeface="Manrope Light"/>
                <a:cs typeface="Manrope Light"/>
                <a:sym typeface="Manrope Light"/>
              </a:defRPr>
            </a:lvl9pPr>
          </a:lstStyle>
          <a:p/>
        </p:txBody>
      </p:sp>
      <p:sp>
        <p:nvSpPr>
          <p:cNvPr id="150" name="Google Shape;150;p14"/>
          <p:cNvSpPr txBox="1"/>
          <p:nvPr>
            <p:ph idx="3" type="title"/>
          </p:nvPr>
        </p:nvSpPr>
        <p:spPr>
          <a:xfrm rot="-555761">
            <a:off x="6594632" y="3130269"/>
            <a:ext cx="1047458" cy="301246"/>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51" name="Google Shape;151;p14"/>
          <p:cNvSpPr txBox="1"/>
          <p:nvPr>
            <p:ph idx="4" type="subTitle"/>
          </p:nvPr>
        </p:nvSpPr>
        <p:spPr>
          <a:xfrm rot="-503039">
            <a:off x="2206578" y="1204399"/>
            <a:ext cx="2211838" cy="438184"/>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1300"/>
              <a:buFont typeface="Manrope"/>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
    <p:bg>
      <p:bgPr>
        <a:solidFill>
          <a:schemeClr val="lt1"/>
        </a:solidFill>
      </p:bgPr>
    </p:bg>
    <p:spTree>
      <p:nvGrpSpPr>
        <p:cNvPr id="152" name="Shape 152"/>
        <p:cNvGrpSpPr/>
        <p:nvPr/>
      </p:nvGrpSpPr>
      <p:grpSpPr>
        <a:xfrm>
          <a:off x="0" y="0"/>
          <a:ext cx="0" cy="0"/>
          <a:chOff x="0" y="0"/>
          <a:chExt cx="0" cy="0"/>
        </a:xfrm>
      </p:grpSpPr>
      <p:sp>
        <p:nvSpPr>
          <p:cNvPr id="153" name="Google Shape;153;p15"/>
          <p:cNvSpPr/>
          <p:nvPr/>
        </p:nvSpPr>
        <p:spPr>
          <a:xfrm>
            <a:off x="0" y="0"/>
            <a:ext cx="9161700" cy="5143500"/>
          </a:xfrm>
          <a:prstGeom prst="snip1Rect">
            <a:avLst>
              <a:gd fmla="val 24161"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4" name="Google Shape;154;p15"/>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lvl1pPr lvl="0">
              <a:spcBef>
                <a:spcPts val="0"/>
              </a:spcBef>
              <a:spcAft>
                <a:spcPts val="0"/>
              </a:spcAft>
              <a:buSzPts val="9600"/>
              <a:buNone/>
              <a:defRPr b="0"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15"/>
          <p:cNvSpPr txBox="1"/>
          <p:nvPr>
            <p:ph idx="1" type="body"/>
          </p:nvPr>
        </p:nvSpPr>
        <p:spPr>
          <a:xfrm>
            <a:off x="460500" y="4085525"/>
            <a:ext cx="3501600" cy="598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56" name="Google Shape;156;p15"/>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spTree>
      <p:nvGrpSpPr>
        <p:cNvPr id="157" name="Shape 157"/>
        <p:cNvGrpSpPr/>
        <p:nvPr/>
      </p:nvGrpSpPr>
      <p:grpSpPr>
        <a:xfrm>
          <a:off x="0" y="0"/>
          <a:ext cx="0" cy="0"/>
          <a:chOff x="0" y="0"/>
          <a:chExt cx="0" cy="0"/>
        </a:xfrm>
      </p:grpSpPr>
      <p:sp>
        <p:nvSpPr>
          <p:cNvPr id="158" name="Google Shape;158;p16"/>
          <p:cNvSpPr txBox="1"/>
          <p:nvPr>
            <p:ph idx="1" type="body"/>
          </p:nvPr>
        </p:nvSpPr>
        <p:spPr>
          <a:xfrm>
            <a:off x="925650" y="1204025"/>
            <a:ext cx="4028700" cy="3671400"/>
          </a:xfrm>
          <a:prstGeom prst="rect">
            <a:avLst/>
          </a:prstGeom>
        </p:spPr>
        <p:txBody>
          <a:bodyPr anchorCtr="0" anchor="t" bIns="91425" lIns="91425" spcFirstLastPara="1" rIns="91425" wrap="square" tIns="91425">
            <a:normAutofit/>
          </a:bodyPr>
          <a:lstStyle>
            <a:lvl1pPr indent="-323850" lvl="0" marL="457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1pPr>
            <a:lvl2pPr indent="-323850" lvl="1" marL="914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2pPr>
            <a:lvl3pPr indent="-323850" lvl="2" marL="1371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3pPr>
            <a:lvl4pPr indent="-323850" lvl="3" marL="1828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4pPr>
            <a:lvl5pPr indent="-323850" lvl="4" marL="22860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5pPr>
            <a:lvl6pPr indent="-323850" lvl="5" marL="2743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6pPr>
            <a:lvl7pPr indent="-323850" lvl="6" marL="3200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7pPr>
            <a:lvl8pPr indent="-323850" lvl="7" marL="3657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8pPr>
            <a:lvl9pPr indent="-323850" lvl="8" marL="4114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9pPr>
          </a:lstStyle>
          <a:p/>
        </p:txBody>
      </p:sp>
      <p:grpSp>
        <p:nvGrpSpPr>
          <p:cNvPr id="159" name="Google Shape;159;p16"/>
          <p:cNvGrpSpPr/>
          <p:nvPr/>
        </p:nvGrpSpPr>
        <p:grpSpPr>
          <a:xfrm>
            <a:off x="-6750" y="576950"/>
            <a:ext cx="9144146" cy="4114800"/>
            <a:chOff x="-6750" y="576950"/>
            <a:chExt cx="9144146" cy="4114800"/>
          </a:xfrm>
        </p:grpSpPr>
        <p:cxnSp>
          <p:nvCxnSpPr>
            <p:cNvPr id="160" name="Google Shape;160;p16"/>
            <p:cNvCxnSpPr/>
            <p:nvPr/>
          </p:nvCxnSpPr>
          <p:spPr>
            <a:xfrm>
              <a:off x="-6750" y="5769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1" name="Google Shape;161;p16"/>
            <p:cNvCxnSpPr/>
            <p:nvPr/>
          </p:nvCxnSpPr>
          <p:spPr>
            <a:xfrm>
              <a:off x="-4" y="10913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2" name="Google Shape;162;p16"/>
            <p:cNvCxnSpPr/>
            <p:nvPr/>
          </p:nvCxnSpPr>
          <p:spPr>
            <a:xfrm>
              <a:off x="-4" y="16056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3" name="Google Shape;163;p16"/>
            <p:cNvCxnSpPr/>
            <p:nvPr/>
          </p:nvCxnSpPr>
          <p:spPr>
            <a:xfrm>
              <a:off x="-4" y="21200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4" name="Google Shape;164;p16"/>
            <p:cNvCxnSpPr/>
            <p:nvPr/>
          </p:nvCxnSpPr>
          <p:spPr>
            <a:xfrm>
              <a:off x="-4" y="26343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5" name="Google Shape;165;p16"/>
            <p:cNvCxnSpPr/>
            <p:nvPr/>
          </p:nvCxnSpPr>
          <p:spPr>
            <a:xfrm>
              <a:off x="-4" y="31487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6" name="Google Shape;166;p16"/>
            <p:cNvCxnSpPr/>
            <p:nvPr/>
          </p:nvCxnSpPr>
          <p:spPr>
            <a:xfrm>
              <a:off x="-4" y="36630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7" name="Google Shape;167;p16"/>
            <p:cNvCxnSpPr/>
            <p:nvPr/>
          </p:nvCxnSpPr>
          <p:spPr>
            <a:xfrm>
              <a:off x="-4" y="41774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8" name="Google Shape;168;p16"/>
            <p:cNvCxnSpPr/>
            <p:nvPr/>
          </p:nvCxnSpPr>
          <p:spPr>
            <a:xfrm>
              <a:off x="-4" y="4691750"/>
              <a:ext cx="9137400" cy="0"/>
            </a:xfrm>
            <a:prstGeom prst="straightConnector1">
              <a:avLst/>
            </a:prstGeom>
            <a:noFill/>
            <a:ln cap="flat" cmpd="sng" w="9525">
              <a:solidFill>
                <a:schemeClr val="accent5"/>
              </a:solidFill>
              <a:prstDash val="solid"/>
              <a:round/>
              <a:headEnd len="sm" w="sm" type="none"/>
              <a:tailEnd len="sm" w="sm" type="none"/>
            </a:ln>
          </p:spPr>
        </p:cxnSp>
      </p:grpSp>
      <p:cxnSp>
        <p:nvCxnSpPr>
          <p:cNvPr id="169" name="Google Shape;169;p16"/>
          <p:cNvCxnSpPr/>
          <p:nvPr/>
        </p:nvCxnSpPr>
        <p:spPr>
          <a:xfrm>
            <a:off x="710300" y="0"/>
            <a:ext cx="0" cy="5143500"/>
          </a:xfrm>
          <a:prstGeom prst="straightConnector1">
            <a:avLst/>
          </a:prstGeom>
          <a:noFill/>
          <a:ln cap="flat" cmpd="sng" w="9525">
            <a:solidFill>
              <a:schemeClr val="accent1"/>
            </a:solidFill>
            <a:prstDash val="solid"/>
            <a:round/>
            <a:headEnd len="sm" w="sm" type="none"/>
            <a:tailEnd len="sm" w="sm" type="none"/>
          </a:ln>
        </p:spPr>
      </p:cxnSp>
      <p:cxnSp>
        <p:nvCxnSpPr>
          <p:cNvPr id="170" name="Google Shape;170;p16"/>
          <p:cNvCxnSpPr/>
          <p:nvPr/>
        </p:nvCxnSpPr>
        <p:spPr>
          <a:xfrm>
            <a:off x="664825" y="0"/>
            <a:ext cx="0" cy="5143500"/>
          </a:xfrm>
          <a:prstGeom prst="straightConnector1">
            <a:avLst/>
          </a:prstGeom>
          <a:noFill/>
          <a:ln cap="flat" cmpd="sng" w="9525">
            <a:solidFill>
              <a:schemeClr val="accent1"/>
            </a:solidFill>
            <a:prstDash val="solid"/>
            <a:round/>
            <a:headEnd len="sm" w="sm" type="none"/>
            <a:tailEnd len="sm" w="sm" type="none"/>
          </a:ln>
        </p:spPr>
      </p:cxnSp>
      <p:sp>
        <p:nvSpPr>
          <p:cNvPr id="171" name="Google Shape;171;p16"/>
          <p:cNvSpPr/>
          <p:nvPr/>
        </p:nvSpPr>
        <p:spPr>
          <a:xfrm>
            <a:off x="245425" y="1542047"/>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72" name="Google Shape;172;p16"/>
          <p:cNvSpPr/>
          <p:nvPr/>
        </p:nvSpPr>
        <p:spPr>
          <a:xfrm>
            <a:off x="245425" y="3599460"/>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73" name="Google Shape;173;p16"/>
          <p:cNvSpPr txBox="1"/>
          <p:nvPr>
            <p:ph type="title"/>
          </p:nvPr>
        </p:nvSpPr>
        <p:spPr>
          <a:xfrm rot="-289081">
            <a:off x="587746" y="495097"/>
            <a:ext cx="2100221" cy="569601"/>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3000"/>
              <a:buFont typeface="Anton"/>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Quarter's Goals">
  <p:cSld name="CUSTOM_1_1_3_1_1">
    <p:spTree>
      <p:nvGrpSpPr>
        <p:cNvPr id="174" name="Shape 174"/>
        <p:cNvGrpSpPr/>
        <p:nvPr/>
      </p:nvGrpSpPr>
      <p:grpSpPr>
        <a:xfrm>
          <a:off x="0" y="0"/>
          <a:ext cx="0" cy="0"/>
          <a:chOff x="0" y="0"/>
          <a:chExt cx="0" cy="0"/>
        </a:xfrm>
      </p:grpSpPr>
      <p:grpSp>
        <p:nvGrpSpPr>
          <p:cNvPr id="175" name="Google Shape;175;p17"/>
          <p:cNvGrpSpPr/>
          <p:nvPr/>
        </p:nvGrpSpPr>
        <p:grpSpPr>
          <a:xfrm>
            <a:off x="392964" y="576950"/>
            <a:ext cx="8764835" cy="4114800"/>
            <a:chOff x="374175" y="576950"/>
            <a:chExt cx="8783280" cy="4114800"/>
          </a:xfrm>
        </p:grpSpPr>
        <p:cxnSp>
          <p:nvCxnSpPr>
            <p:cNvPr id="176" name="Google Shape;176;p17"/>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7" name="Google Shape;177;p17"/>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 name="Google Shape;178;p17"/>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 name="Google Shape;179;p17"/>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0" name="Google Shape;180;p17"/>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1" name="Google Shape;181;p17"/>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2" name="Google Shape;182;p17"/>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 name="Google Shape;183;p17"/>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4" name="Google Shape;184;p17"/>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85" name="Google Shape;185;p17"/>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86" name="Google Shape;186;p17"/>
          <p:cNvGrpSpPr/>
          <p:nvPr/>
        </p:nvGrpSpPr>
        <p:grpSpPr>
          <a:xfrm>
            <a:off x="114421" y="175123"/>
            <a:ext cx="134104" cy="4750255"/>
            <a:chOff x="114421" y="175123"/>
            <a:chExt cx="134104" cy="4750255"/>
          </a:xfrm>
        </p:grpSpPr>
        <p:grpSp>
          <p:nvGrpSpPr>
            <p:cNvPr id="187" name="Google Shape;187;p17"/>
            <p:cNvGrpSpPr/>
            <p:nvPr/>
          </p:nvGrpSpPr>
          <p:grpSpPr>
            <a:xfrm>
              <a:off x="114421" y="175123"/>
              <a:ext cx="134104" cy="4334807"/>
              <a:chOff x="5432271" y="383100"/>
              <a:chExt cx="137854" cy="4456010"/>
            </a:xfrm>
          </p:grpSpPr>
          <p:grpSp>
            <p:nvGrpSpPr>
              <p:cNvPr id="188" name="Google Shape;188;p17"/>
              <p:cNvGrpSpPr/>
              <p:nvPr/>
            </p:nvGrpSpPr>
            <p:grpSpPr>
              <a:xfrm>
                <a:off x="5432271" y="383100"/>
                <a:ext cx="137854" cy="981668"/>
                <a:chOff x="5432271" y="383100"/>
                <a:chExt cx="137854" cy="981668"/>
              </a:xfrm>
            </p:grpSpPr>
            <p:sp>
              <p:nvSpPr>
                <p:cNvPr id="189" name="Google Shape;189;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0" name="Google Shape;190;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1" name="Google Shape;191;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92" name="Google Shape;192;p17"/>
              <p:cNvGrpSpPr/>
              <p:nvPr/>
            </p:nvGrpSpPr>
            <p:grpSpPr>
              <a:xfrm>
                <a:off x="5432271" y="1678500"/>
                <a:ext cx="137854" cy="981668"/>
                <a:chOff x="5432271" y="383100"/>
                <a:chExt cx="137854" cy="981668"/>
              </a:xfrm>
            </p:grpSpPr>
            <p:sp>
              <p:nvSpPr>
                <p:cNvPr id="193" name="Google Shape;193;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4" name="Google Shape;194;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5" name="Google Shape;195;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96" name="Google Shape;196;p17"/>
              <p:cNvGrpSpPr/>
              <p:nvPr/>
            </p:nvGrpSpPr>
            <p:grpSpPr>
              <a:xfrm>
                <a:off x="5432271" y="2973900"/>
                <a:ext cx="137854" cy="981668"/>
                <a:chOff x="5432271" y="383100"/>
                <a:chExt cx="137854" cy="981668"/>
              </a:xfrm>
            </p:grpSpPr>
            <p:sp>
              <p:nvSpPr>
                <p:cNvPr id="197" name="Google Shape;197;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8" name="Google Shape;198;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9" name="Google Shape;199;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00" name="Google Shape;200;p17"/>
              <p:cNvGrpSpPr/>
              <p:nvPr/>
            </p:nvGrpSpPr>
            <p:grpSpPr>
              <a:xfrm>
                <a:off x="5432271" y="4269300"/>
                <a:ext cx="137854" cy="569810"/>
                <a:chOff x="5432271" y="383100"/>
                <a:chExt cx="137854" cy="569810"/>
              </a:xfrm>
            </p:grpSpPr>
            <p:sp>
              <p:nvSpPr>
                <p:cNvPr id="201" name="Google Shape;201;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2" name="Google Shape;202;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03" name="Google Shape;203;p17"/>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04" name="Google Shape;204;p17"/>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05" name="Google Shape;205;p17"/>
          <p:cNvSpPr txBox="1"/>
          <p:nvPr>
            <p:ph idx="1" type="body"/>
          </p:nvPr>
        </p:nvSpPr>
        <p:spPr>
          <a:xfrm>
            <a:off x="3993050" y="2658175"/>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6" name="Google Shape;206;p17"/>
          <p:cNvSpPr txBox="1"/>
          <p:nvPr>
            <p:ph idx="2" type="body"/>
          </p:nvPr>
        </p:nvSpPr>
        <p:spPr>
          <a:xfrm>
            <a:off x="3993050" y="36684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7" name="Google Shape;207;p17"/>
          <p:cNvSpPr txBox="1"/>
          <p:nvPr>
            <p:ph idx="3" type="body"/>
          </p:nvPr>
        </p:nvSpPr>
        <p:spPr>
          <a:xfrm>
            <a:off x="3993050" y="16445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8" name="Google Shape;208;p17"/>
          <p:cNvSpPr txBox="1"/>
          <p:nvPr>
            <p:ph idx="4" type="title"/>
          </p:nvPr>
        </p:nvSpPr>
        <p:spPr>
          <a:xfrm>
            <a:off x="1075800" y="2925625"/>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09" name="Google Shape;209;p17"/>
          <p:cNvSpPr txBox="1"/>
          <p:nvPr>
            <p:ph idx="5" type="title"/>
          </p:nvPr>
        </p:nvSpPr>
        <p:spPr>
          <a:xfrm>
            <a:off x="1075800" y="39359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10" name="Google Shape;210;p17"/>
          <p:cNvSpPr txBox="1"/>
          <p:nvPr>
            <p:ph idx="6" type="title"/>
          </p:nvPr>
        </p:nvSpPr>
        <p:spPr>
          <a:xfrm>
            <a:off x="1075800" y="19120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11" name="Google Shape;211;p17"/>
          <p:cNvSpPr txBox="1"/>
          <p:nvPr>
            <p:ph idx="7" type="title"/>
          </p:nvPr>
        </p:nvSpPr>
        <p:spPr>
          <a:xfrm>
            <a:off x="543400" y="19120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212" name="Google Shape;212;p17"/>
          <p:cNvSpPr txBox="1"/>
          <p:nvPr>
            <p:ph idx="8" type="title"/>
          </p:nvPr>
        </p:nvSpPr>
        <p:spPr>
          <a:xfrm>
            <a:off x="543400" y="2925625"/>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213" name="Google Shape;213;p17"/>
          <p:cNvSpPr txBox="1"/>
          <p:nvPr>
            <p:ph idx="9" type="title"/>
          </p:nvPr>
        </p:nvSpPr>
        <p:spPr>
          <a:xfrm>
            <a:off x="543400" y="39359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_1_1_3_1">
    <p:bg>
      <p:bgPr>
        <a:solidFill>
          <a:schemeClr val="lt1"/>
        </a:solidFill>
      </p:bgPr>
    </p:bg>
    <p:spTree>
      <p:nvGrpSpPr>
        <p:cNvPr id="214" name="Shape 214"/>
        <p:cNvGrpSpPr/>
        <p:nvPr/>
      </p:nvGrpSpPr>
      <p:grpSpPr>
        <a:xfrm>
          <a:off x="0" y="0"/>
          <a:ext cx="0" cy="0"/>
          <a:chOff x="0" y="0"/>
          <a:chExt cx="0" cy="0"/>
        </a:xfrm>
      </p:grpSpPr>
      <p:sp>
        <p:nvSpPr>
          <p:cNvPr id="215" name="Google Shape;215;p18"/>
          <p:cNvSpPr txBox="1"/>
          <p:nvPr>
            <p:ph type="title"/>
          </p:nvPr>
        </p:nvSpPr>
        <p:spPr>
          <a:xfrm rot="276584">
            <a:off x="5845454" y="1487909"/>
            <a:ext cx="2123971" cy="496007"/>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6" name="Google Shape;216;p18"/>
          <p:cNvSpPr txBox="1"/>
          <p:nvPr>
            <p:ph idx="1" type="body"/>
          </p:nvPr>
        </p:nvSpPr>
        <p:spPr>
          <a:xfrm rot="274997">
            <a:off x="5798057" y="2041282"/>
            <a:ext cx="2121183" cy="603735"/>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17" name="Google Shape;217;p18"/>
          <p:cNvSpPr txBox="1"/>
          <p:nvPr>
            <p:ph idx="2" type="title"/>
          </p:nvPr>
        </p:nvSpPr>
        <p:spPr>
          <a:xfrm rot="-689737">
            <a:off x="3250012" y="1354783"/>
            <a:ext cx="2124008" cy="495921"/>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8" name="Google Shape;218;p18"/>
          <p:cNvSpPr txBox="1"/>
          <p:nvPr>
            <p:ph idx="3" type="body"/>
          </p:nvPr>
        </p:nvSpPr>
        <p:spPr>
          <a:xfrm rot="-691086">
            <a:off x="3372841" y="1897943"/>
            <a:ext cx="2121422" cy="603767"/>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19" name="Google Shape;219;p18"/>
          <p:cNvSpPr txBox="1"/>
          <p:nvPr>
            <p:ph idx="4" type="title"/>
          </p:nvPr>
        </p:nvSpPr>
        <p:spPr>
          <a:xfrm>
            <a:off x="508875" y="1801500"/>
            <a:ext cx="2645400" cy="1694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6"/>
              </a:buClr>
              <a:buSzPts val="6400"/>
              <a:buNone/>
              <a:defRPr b="0" sz="6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20" name="Google Shape;220;p18"/>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1" name="Google Shape;221;p18"/>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2" name="Google Shape;222;p18"/>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3" name="Google Shape;223;p18"/>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224" name="Google Shape;224;p18"/>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225" name="Google Shape;225;p18"/>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226" name="Google Shape;226;p18"/>
          <p:cNvSpPr txBox="1"/>
          <p:nvPr>
            <p:ph idx="5" type="title"/>
          </p:nvPr>
        </p:nvSpPr>
        <p:spPr>
          <a:xfrm rot="486">
            <a:off x="4078754" y="2803718"/>
            <a:ext cx="2124000" cy="4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7" name="Google Shape;227;p18"/>
          <p:cNvSpPr txBox="1"/>
          <p:nvPr>
            <p:ph idx="6" type="body"/>
          </p:nvPr>
        </p:nvSpPr>
        <p:spPr>
          <a:xfrm rot="-972">
            <a:off x="4080134" y="3359087"/>
            <a:ext cx="2121300" cy="603600"/>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p:cSld name="CUSTOM_1_1">
    <p:spTree>
      <p:nvGrpSpPr>
        <p:cNvPr id="228" name="Shape 228"/>
        <p:cNvGrpSpPr/>
        <p:nvPr/>
      </p:nvGrpSpPr>
      <p:grpSpPr>
        <a:xfrm>
          <a:off x="0" y="0"/>
          <a:ext cx="0" cy="0"/>
          <a:chOff x="0" y="0"/>
          <a:chExt cx="0" cy="0"/>
        </a:xfrm>
      </p:grpSpPr>
      <p:grpSp>
        <p:nvGrpSpPr>
          <p:cNvPr id="229" name="Google Shape;229;p19"/>
          <p:cNvGrpSpPr/>
          <p:nvPr/>
        </p:nvGrpSpPr>
        <p:grpSpPr>
          <a:xfrm>
            <a:off x="392964" y="576950"/>
            <a:ext cx="8764835" cy="4114800"/>
            <a:chOff x="374175" y="576950"/>
            <a:chExt cx="8783280" cy="4114800"/>
          </a:xfrm>
        </p:grpSpPr>
        <p:cxnSp>
          <p:nvCxnSpPr>
            <p:cNvPr id="230" name="Google Shape;230;p19"/>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1" name="Google Shape;231;p19"/>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2" name="Google Shape;232;p19"/>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3" name="Google Shape;233;p19"/>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4" name="Google Shape;234;p19"/>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5" name="Google Shape;235;p19"/>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6" name="Google Shape;236;p19"/>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7" name="Google Shape;237;p19"/>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8" name="Google Shape;238;p19"/>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239" name="Google Shape;239;p19"/>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240" name="Google Shape;240;p19"/>
          <p:cNvGrpSpPr/>
          <p:nvPr/>
        </p:nvGrpSpPr>
        <p:grpSpPr>
          <a:xfrm>
            <a:off x="114406" y="175123"/>
            <a:ext cx="134104" cy="4750255"/>
            <a:chOff x="114406" y="175123"/>
            <a:chExt cx="134104" cy="4750255"/>
          </a:xfrm>
        </p:grpSpPr>
        <p:grpSp>
          <p:nvGrpSpPr>
            <p:cNvPr id="241" name="Google Shape;241;p19"/>
            <p:cNvGrpSpPr/>
            <p:nvPr/>
          </p:nvGrpSpPr>
          <p:grpSpPr>
            <a:xfrm>
              <a:off x="114406" y="175123"/>
              <a:ext cx="134104" cy="4334807"/>
              <a:chOff x="5432271" y="383100"/>
              <a:chExt cx="137854" cy="4456010"/>
            </a:xfrm>
          </p:grpSpPr>
          <p:grpSp>
            <p:nvGrpSpPr>
              <p:cNvPr id="242" name="Google Shape;242;p19"/>
              <p:cNvGrpSpPr/>
              <p:nvPr/>
            </p:nvGrpSpPr>
            <p:grpSpPr>
              <a:xfrm>
                <a:off x="5432271" y="383100"/>
                <a:ext cx="137854" cy="981668"/>
                <a:chOff x="5432271" y="383100"/>
                <a:chExt cx="137854" cy="981668"/>
              </a:xfrm>
            </p:grpSpPr>
            <p:sp>
              <p:nvSpPr>
                <p:cNvPr id="243" name="Google Shape;243;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4" name="Google Shape;244;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5" name="Google Shape;245;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46" name="Google Shape;246;p19"/>
              <p:cNvGrpSpPr/>
              <p:nvPr/>
            </p:nvGrpSpPr>
            <p:grpSpPr>
              <a:xfrm>
                <a:off x="5432271" y="1678500"/>
                <a:ext cx="137854" cy="981668"/>
                <a:chOff x="5432271" y="383100"/>
                <a:chExt cx="137854" cy="981668"/>
              </a:xfrm>
            </p:grpSpPr>
            <p:sp>
              <p:nvSpPr>
                <p:cNvPr id="247" name="Google Shape;247;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8" name="Google Shape;248;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9" name="Google Shape;249;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50" name="Google Shape;250;p19"/>
              <p:cNvGrpSpPr/>
              <p:nvPr/>
            </p:nvGrpSpPr>
            <p:grpSpPr>
              <a:xfrm>
                <a:off x="5432271" y="2973900"/>
                <a:ext cx="137854" cy="981668"/>
                <a:chOff x="5432271" y="383100"/>
                <a:chExt cx="137854" cy="981668"/>
              </a:xfrm>
            </p:grpSpPr>
            <p:sp>
              <p:nvSpPr>
                <p:cNvPr id="251" name="Google Shape;251;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2" name="Google Shape;252;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3" name="Google Shape;253;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54" name="Google Shape;254;p19"/>
              <p:cNvGrpSpPr/>
              <p:nvPr/>
            </p:nvGrpSpPr>
            <p:grpSpPr>
              <a:xfrm>
                <a:off x="5432271" y="4269300"/>
                <a:ext cx="137854" cy="569810"/>
                <a:chOff x="5432271" y="383100"/>
                <a:chExt cx="137854" cy="569810"/>
              </a:xfrm>
            </p:grpSpPr>
            <p:sp>
              <p:nvSpPr>
                <p:cNvPr id="255" name="Google Shape;255;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6" name="Google Shape;256;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57" name="Google Shape;257;p19"/>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58" name="Google Shape;258;p19"/>
          <p:cNvSpPr txBox="1"/>
          <p:nvPr>
            <p:ph type="title"/>
          </p:nvPr>
        </p:nvSpPr>
        <p:spPr>
          <a:xfrm>
            <a:off x="87132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59" name="Google Shape;259;p19"/>
          <p:cNvSpPr txBox="1"/>
          <p:nvPr>
            <p:ph idx="2" type="title"/>
          </p:nvPr>
        </p:nvSpPr>
        <p:spPr>
          <a:xfrm>
            <a:off x="3587619"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60" name="Google Shape;260;p19"/>
          <p:cNvSpPr txBox="1"/>
          <p:nvPr>
            <p:ph idx="3" type="title"/>
          </p:nvPr>
        </p:nvSpPr>
        <p:spPr>
          <a:xfrm>
            <a:off x="617907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61" name="Google Shape;261;p19"/>
          <p:cNvSpPr/>
          <p:nvPr>
            <p:ph idx="4" type="pic"/>
          </p:nvPr>
        </p:nvSpPr>
        <p:spPr>
          <a:xfrm>
            <a:off x="895300" y="1487250"/>
            <a:ext cx="2264100" cy="2729700"/>
          </a:xfrm>
          <a:prstGeom prst="rect">
            <a:avLst/>
          </a:prstGeom>
          <a:noFill/>
          <a:ln>
            <a:noFill/>
          </a:ln>
        </p:spPr>
      </p:sp>
      <p:sp>
        <p:nvSpPr>
          <p:cNvPr id="262" name="Google Shape;262;p19"/>
          <p:cNvSpPr/>
          <p:nvPr>
            <p:ph idx="5" type="pic"/>
          </p:nvPr>
        </p:nvSpPr>
        <p:spPr>
          <a:xfrm>
            <a:off x="3605775" y="1487250"/>
            <a:ext cx="2264100" cy="2729700"/>
          </a:xfrm>
          <a:prstGeom prst="rect">
            <a:avLst/>
          </a:prstGeom>
          <a:noFill/>
          <a:ln>
            <a:noFill/>
          </a:ln>
        </p:spPr>
      </p:sp>
      <p:sp>
        <p:nvSpPr>
          <p:cNvPr id="263" name="Google Shape;263;p19"/>
          <p:cNvSpPr/>
          <p:nvPr>
            <p:ph idx="6" type="pic"/>
          </p:nvPr>
        </p:nvSpPr>
        <p:spPr>
          <a:xfrm>
            <a:off x="6197225" y="1487250"/>
            <a:ext cx="2264100" cy="2729700"/>
          </a:xfrm>
          <a:prstGeom prst="rect">
            <a:avLst/>
          </a:prstGeom>
          <a:noFill/>
          <a:ln>
            <a:noFill/>
          </a:ln>
        </p:spPr>
      </p:sp>
      <p:sp>
        <p:nvSpPr>
          <p:cNvPr id="264" name="Google Shape;264;p19"/>
          <p:cNvSpPr txBox="1"/>
          <p:nvPr>
            <p:ph idx="1" type="subTitle"/>
          </p:nvPr>
        </p:nvSpPr>
        <p:spPr>
          <a:xfrm>
            <a:off x="1187675" y="4299825"/>
            <a:ext cx="1667700" cy="226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19"/>
          <p:cNvSpPr txBox="1"/>
          <p:nvPr>
            <p:ph idx="7" type="subTitle"/>
          </p:nvPr>
        </p:nvSpPr>
        <p:spPr>
          <a:xfrm rot="-214117">
            <a:off x="3902250" y="4346193"/>
            <a:ext cx="1667634"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19"/>
          <p:cNvSpPr txBox="1"/>
          <p:nvPr>
            <p:ph idx="8" type="subTitle"/>
          </p:nvPr>
        </p:nvSpPr>
        <p:spPr>
          <a:xfrm rot="215969">
            <a:off x="6495540" y="4324572"/>
            <a:ext cx="1667690"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BLANK_1_1_1_1_1_1_1_1_1_1_1_1">
    <p:bg>
      <p:bgPr>
        <a:solidFill>
          <a:schemeClr val="lt1"/>
        </a:solidFill>
      </p:bgPr>
    </p:bg>
    <p:spTree>
      <p:nvGrpSpPr>
        <p:cNvPr id="267" name="Shape 267"/>
        <p:cNvGrpSpPr/>
        <p:nvPr/>
      </p:nvGrpSpPr>
      <p:grpSpPr>
        <a:xfrm>
          <a:off x="0" y="0"/>
          <a:ext cx="0" cy="0"/>
          <a:chOff x="0" y="0"/>
          <a:chExt cx="0" cy="0"/>
        </a:xfrm>
      </p:grpSpPr>
      <p:sp>
        <p:nvSpPr>
          <p:cNvPr id="268" name="Google Shape;268;p20"/>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9" name="Google Shape;269;p20"/>
          <p:cNvSpPr/>
          <p:nvPr>
            <p:ph idx="2" type="pic"/>
          </p:nvPr>
        </p:nvSpPr>
        <p:spPr>
          <a:xfrm>
            <a:off x="2050" y="2050"/>
            <a:ext cx="4778400" cy="5143500"/>
          </a:xfrm>
          <a:prstGeom prst="rect">
            <a:avLst/>
          </a:prstGeom>
          <a:noFill/>
          <a:ln>
            <a:noFill/>
          </a:ln>
        </p:spPr>
      </p:sp>
      <p:sp>
        <p:nvSpPr>
          <p:cNvPr id="270" name="Google Shape;270;p20"/>
          <p:cNvSpPr/>
          <p:nvPr/>
        </p:nvSpPr>
        <p:spPr>
          <a:xfrm rot="134178">
            <a:off x="5002593" y="293901"/>
            <a:ext cx="3782581" cy="455567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1" name="Google Shape;271;p20"/>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72" name="Google Shape;272;p20"/>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73" name="Google Shape;273;p20"/>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BLANK_1_1_1_1_1_1_1_1_1_1_1_1_2_1">
    <p:bg>
      <p:bgPr>
        <a:solidFill>
          <a:schemeClr val="lt1"/>
        </a:solidFill>
      </p:bgPr>
    </p:bg>
    <p:spTree>
      <p:nvGrpSpPr>
        <p:cNvPr id="274" name="Shape 274"/>
        <p:cNvGrpSpPr/>
        <p:nvPr/>
      </p:nvGrpSpPr>
      <p:grpSpPr>
        <a:xfrm>
          <a:off x="0" y="0"/>
          <a:ext cx="0" cy="0"/>
          <a:chOff x="0" y="0"/>
          <a:chExt cx="0" cy="0"/>
        </a:xfrm>
      </p:grpSpPr>
      <p:sp>
        <p:nvSpPr>
          <p:cNvPr id="275" name="Google Shape;275;p21"/>
          <p:cNvSpPr/>
          <p:nvPr/>
        </p:nvSpPr>
        <p:spPr>
          <a:xfrm rot="482751">
            <a:off x="407815" y="419618"/>
            <a:ext cx="3577314" cy="4308406"/>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6" name="Google Shape;276;p21"/>
          <p:cNvSpPr/>
          <p:nvPr>
            <p:ph idx="2" type="pic"/>
          </p:nvPr>
        </p:nvSpPr>
        <p:spPr>
          <a:xfrm>
            <a:off x="4372975" y="2050"/>
            <a:ext cx="4778400" cy="5143500"/>
          </a:xfrm>
          <a:prstGeom prst="rect">
            <a:avLst/>
          </a:prstGeom>
          <a:noFill/>
          <a:ln>
            <a:noFill/>
          </a:ln>
        </p:spPr>
      </p:sp>
      <p:sp>
        <p:nvSpPr>
          <p:cNvPr id="277" name="Google Shape;277;p21"/>
          <p:cNvSpPr/>
          <p:nvPr/>
        </p:nvSpPr>
        <p:spPr>
          <a:xfrm rot="-98716">
            <a:off x="327421" y="293858"/>
            <a:ext cx="3782459" cy="4555878"/>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8" name="Google Shape;278;p21"/>
          <p:cNvSpPr txBox="1"/>
          <p:nvPr>
            <p:ph type="title"/>
          </p:nvPr>
        </p:nvSpPr>
        <p:spPr>
          <a:xfrm rot="-108624">
            <a:off x="673475" y="530154"/>
            <a:ext cx="3038717" cy="61381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79" name="Google Shape;279;p21"/>
          <p:cNvSpPr txBox="1"/>
          <p:nvPr>
            <p:ph idx="1" type="body"/>
          </p:nvPr>
        </p:nvSpPr>
        <p:spPr>
          <a:xfrm flipH="1" rot="-131721">
            <a:off x="577990" y="3865770"/>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3">
  <p:cSld name="BLANK_1_1_1_1_1_1_1_1_1_1_1_1_2">
    <p:bg>
      <p:bgPr>
        <a:solidFill>
          <a:schemeClr val="lt1"/>
        </a:solidFill>
      </p:bgPr>
    </p:bg>
    <p:spTree>
      <p:nvGrpSpPr>
        <p:cNvPr id="280" name="Shape 280"/>
        <p:cNvGrpSpPr/>
        <p:nvPr/>
      </p:nvGrpSpPr>
      <p:grpSpPr>
        <a:xfrm>
          <a:off x="0" y="0"/>
          <a:ext cx="0" cy="0"/>
          <a:chOff x="0" y="0"/>
          <a:chExt cx="0" cy="0"/>
        </a:xfrm>
      </p:grpSpPr>
      <p:sp>
        <p:nvSpPr>
          <p:cNvPr id="281" name="Google Shape;281;p22"/>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82" name="Google Shape;282;p22"/>
          <p:cNvSpPr/>
          <p:nvPr>
            <p:ph idx="2" type="pic"/>
          </p:nvPr>
        </p:nvSpPr>
        <p:spPr>
          <a:xfrm>
            <a:off x="2050" y="2050"/>
            <a:ext cx="4778400" cy="5143500"/>
          </a:xfrm>
          <a:prstGeom prst="rect">
            <a:avLst/>
          </a:prstGeom>
          <a:noFill/>
          <a:ln>
            <a:noFill/>
          </a:ln>
        </p:spPr>
      </p:sp>
      <p:sp>
        <p:nvSpPr>
          <p:cNvPr id="283" name="Google Shape;283;p22"/>
          <p:cNvSpPr/>
          <p:nvPr/>
        </p:nvSpPr>
        <p:spPr>
          <a:xfrm rot="134178">
            <a:off x="5002660" y="293903"/>
            <a:ext cx="3782581" cy="4555675"/>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84" name="Google Shape;284;p22"/>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85" name="Google Shape;285;p22"/>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86" name="Google Shape;286;p22"/>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p:cSld name="CUSTOM_1_1_3_1">
    <p:spTree>
      <p:nvGrpSpPr>
        <p:cNvPr id="287" name="Shape 287"/>
        <p:cNvGrpSpPr/>
        <p:nvPr/>
      </p:nvGrpSpPr>
      <p:grpSpPr>
        <a:xfrm>
          <a:off x="0" y="0"/>
          <a:ext cx="0" cy="0"/>
          <a:chOff x="0" y="0"/>
          <a:chExt cx="0" cy="0"/>
        </a:xfrm>
      </p:grpSpPr>
      <p:grpSp>
        <p:nvGrpSpPr>
          <p:cNvPr id="288" name="Google Shape;288;p23"/>
          <p:cNvGrpSpPr/>
          <p:nvPr/>
        </p:nvGrpSpPr>
        <p:grpSpPr>
          <a:xfrm>
            <a:off x="392964" y="576950"/>
            <a:ext cx="8764835" cy="4114800"/>
            <a:chOff x="374175" y="576950"/>
            <a:chExt cx="8783280" cy="4114800"/>
          </a:xfrm>
        </p:grpSpPr>
        <p:cxnSp>
          <p:nvCxnSpPr>
            <p:cNvPr id="289" name="Google Shape;289;p23"/>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0" name="Google Shape;290;p23"/>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1" name="Google Shape;291;p23"/>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2" name="Google Shape;292;p23"/>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3" name="Google Shape;293;p23"/>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4" name="Google Shape;294;p23"/>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5" name="Google Shape;295;p23"/>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6" name="Google Shape;296;p23"/>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7" name="Google Shape;297;p23"/>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298" name="Google Shape;298;p23"/>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299" name="Google Shape;299;p23"/>
          <p:cNvGrpSpPr/>
          <p:nvPr/>
        </p:nvGrpSpPr>
        <p:grpSpPr>
          <a:xfrm>
            <a:off x="114406" y="175123"/>
            <a:ext cx="134104" cy="4750255"/>
            <a:chOff x="114406" y="175123"/>
            <a:chExt cx="134104" cy="4750255"/>
          </a:xfrm>
        </p:grpSpPr>
        <p:grpSp>
          <p:nvGrpSpPr>
            <p:cNvPr id="300" name="Google Shape;300;p23"/>
            <p:cNvGrpSpPr/>
            <p:nvPr/>
          </p:nvGrpSpPr>
          <p:grpSpPr>
            <a:xfrm>
              <a:off x="114406" y="175123"/>
              <a:ext cx="134104" cy="4334807"/>
              <a:chOff x="5432271" y="383100"/>
              <a:chExt cx="137854" cy="4456010"/>
            </a:xfrm>
          </p:grpSpPr>
          <p:grpSp>
            <p:nvGrpSpPr>
              <p:cNvPr id="301" name="Google Shape;301;p23"/>
              <p:cNvGrpSpPr/>
              <p:nvPr/>
            </p:nvGrpSpPr>
            <p:grpSpPr>
              <a:xfrm>
                <a:off x="5432271" y="383100"/>
                <a:ext cx="137854" cy="981668"/>
                <a:chOff x="5432271" y="383100"/>
                <a:chExt cx="137854" cy="981668"/>
              </a:xfrm>
            </p:grpSpPr>
            <p:sp>
              <p:nvSpPr>
                <p:cNvPr id="302" name="Google Shape;302;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3" name="Google Shape;303;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4" name="Google Shape;304;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05" name="Google Shape;305;p23"/>
              <p:cNvGrpSpPr/>
              <p:nvPr/>
            </p:nvGrpSpPr>
            <p:grpSpPr>
              <a:xfrm>
                <a:off x="5432271" y="1678500"/>
                <a:ext cx="137854" cy="981668"/>
                <a:chOff x="5432271" y="383100"/>
                <a:chExt cx="137854" cy="981668"/>
              </a:xfrm>
            </p:grpSpPr>
            <p:sp>
              <p:nvSpPr>
                <p:cNvPr id="306" name="Google Shape;306;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7" name="Google Shape;307;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8" name="Google Shape;308;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09" name="Google Shape;309;p23"/>
              <p:cNvGrpSpPr/>
              <p:nvPr/>
            </p:nvGrpSpPr>
            <p:grpSpPr>
              <a:xfrm>
                <a:off x="5432271" y="2973900"/>
                <a:ext cx="137854" cy="981668"/>
                <a:chOff x="5432271" y="383100"/>
                <a:chExt cx="137854" cy="981668"/>
              </a:xfrm>
            </p:grpSpPr>
            <p:sp>
              <p:nvSpPr>
                <p:cNvPr id="310" name="Google Shape;310;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1" name="Google Shape;311;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2" name="Google Shape;312;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13" name="Google Shape;313;p23"/>
              <p:cNvGrpSpPr/>
              <p:nvPr/>
            </p:nvGrpSpPr>
            <p:grpSpPr>
              <a:xfrm>
                <a:off x="5432271" y="4269300"/>
                <a:ext cx="137854" cy="569810"/>
                <a:chOff x="5432271" y="383100"/>
                <a:chExt cx="137854" cy="569810"/>
              </a:xfrm>
            </p:grpSpPr>
            <p:sp>
              <p:nvSpPr>
                <p:cNvPr id="314" name="Google Shape;314;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5" name="Google Shape;315;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316" name="Google Shape;316;p23"/>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317" name="Google Shape;317;p23"/>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23"/>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1"/>
        </a:solidFill>
      </p:bgPr>
    </p:bg>
    <p:spTree>
      <p:nvGrpSpPr>
        <p:cNvPr id="319" name="Shape 319"/>
        <p:cNvGrpSpPr/>
        <p:nvPr/>
      </p:nvGrpSpPr>
      <p:grpSpPr>
        <a:xfrm>
          <a:off x="0" y="0"/>
          <a:ext cx="0" cy="0"/>
          <a:chOff x="0" y="0"/>
          <a:chExt cx="0" cy="0"/>
        </a:xfrm>
      </p:grpSpPr>
      <p:sp>
        <p:nvSpPr>
          <p:cNvPr id="320" name="Google Shape;320;p24"/>
          <p:cNvSpPr txBox="1"/>
          <p:nvPr>
            <p:ph idx="1" type="body"/>
          </p:nvPr>
        </p:nvSpPr>
        <p:spPr>
          <a:xfrm rot="-188853">
            <a:off x="683183" y="2219155"/>
            <a:ext cx="1890452" cy="1486342"/>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grpSp>
        <p:nvGrpSpPr>
          <p:cNvPr id="321" name="Google Shape;321;p24"/>
          <p:cNvGrpSpPr/>
          <p:nvPr/>
        </p:nvGrpSpPr>
        <p:grpSpPr>
          <a:xfrm>
            <a:off x="8663938" y="3954675"/>
            <a:ext cx="502925" cy="1209925"/>
            <a:chOff x="8642600" y="3954675"/>
            <a:chExt cx="502925" cy="1209925"/>
          </a:xfrm>
        </p:grpSpPr>
        <p:sp>
          <p:nvSpPr>
            <p:cNvPr id="322" name="Google Shape;322;p24"/>
            <p:cNvSpPr/>
            <p:nvPr/>
          </p:nvSpPr>
          <p:spPr>
            <a:xfrm>
              <a:off x="8642600" y="3954675"/>
              <a:ext cx="502925" cy="1196325"/>
            </a:xfrm>
            <a:custGeom>
              <a:rect b="b" l="l" r="r" t="t"/>
              <a:pathLst>
                <a:path extrusionOk="0" h="47853" w="20117">
                  <a:moveTo>
                    <a:pt x="20117" y="0"/>
                  </a:moveTo>
                  <a:lnTo>
                    <a:pt x="20117" y="47853"/>
                  </a:lnTo>
                  <a:lnTo>
                    <a:pt x="0" y="47853"/>
                  </a:lnTo>
                  <a:close/>
                </a:path>
              </a:pathLst>
            </a:custGeom>
            <a:solidFill>
              <a:schemeClr val="dk1"/>
            </a:solidFill>
            <a:ln>
              <a:noFill/>
            </a:ln>
          </p:spPr>
        </p:sp>
        <p:cxnSp>
          <p:nvCxnSpPr>
            <p:cNvPr id="323" name="Google Shape;323;p24"/>
            <p:cNvCxnSpPr/>
            <p:nvPr/>
          </p:nvCxnSpPr>
          <p:spPr>
            <a:xfrm flipH="1">
              <a:off x="8779700" y="4349200"/>
              <a:ext cx="358200" cy="815400"/>
            </a:xfrm>
            <a:prstGeom prst="straightConnector1">
              <a:avLst/>
            </a:prstGeom>
            <a:noFill/>
            <a:ln cap="flat" cmpd="sng" w="9525">
              <a:solidFill>
                <a:schemeClr val="lt1"/>
              </a:solidFill>
              <a:prstDash val="solid"/>
              <a:round/>
              <a:headEnd len="sm" w="sm" type="none"/>
              <a:tailEnd len="sm" w="sm" type="none"/>
            </a:ln>
          </p:spPr>
        </p:cxnSp>
      </p:grpSp>
      <p:sp>
        <p:nvSpPr>
          <p:cNvPr id="324" name="Google Shape;324;p24"/>
          <p:cNvSpPr txBox="1"/>
          <p:nvPr>
            <p:ph idx="2" type="body"/>
          </p:nvPr>
        </p:nvSpPr>
        <p:spPr>
          <a:xfrm rot="124964">
            <a:off x="5014631" y="765881"/>
            <a:ext cx="1890349" cy="148628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5" name="Google Shape;325;p24"/>
          <p:cNvSpPr txBox="1"/>
          <p:nvPr>
            <p:ph idx="3" type="body"/>
          </p:nvPr>
        </p:nvSpPr>
        <p:spPr>
          <a:xfrm rot="351430">
            <a:off x="3021711" y="3296608"/>
            <a:ext cx="1890268" cy="1486173"/>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800"/>
              </a:spcBef>
              <a:spcAft>
                <a:spcPts val="80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6" name="Google Shape;326;p24"/>
          <p:cNvSpPr txBox="1"/>
          <p:nvPr>
            <p:ph idx="4" type="body"/>
          </p:nvPr>
        </p:nvSpPr>
        <p:spPr>
          <a:xfrm rot="3819">
            <a:off x="6728901" y="3168092"/>
            <a:ext cx="1890601" cy="148590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7" name="Google Shape;327;p24"/>
          <p:cNvSpPr txBox="1"/>
          <p:nvPr>
            <p:ph type="title"/>
          </p:nvPr>
        </p:nvSpPr>
        <p:spPr>
          <a:xfrm>
            <a:off x="513300" y="375350"/>
            <a:ext cx="2796300" cy="651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b="0" sz="2400">
                <a:solidFill>
                  <a:schemeClr val="dk1"/>
                </a:solidFill>
              </a:defRPr>
            </a:lvl1pPr>
            <a:lvl2pPr lvl="1">
              <a:spcBef>
                <a:spcPts val="0"/>
              </a:spcBef>
              <a:spcAft>
                <a:spcPts val="0"/>
              </a:spcAft>
              <a:buClr>
                <a:schemeClr val="lt1"/>
              </a:buClr>
              <a:buSzPts val="2400"/>
              <a:buNone/>
              <a:defRPr sz="2400"/>
            </a:lvl2pPr>
            <a:lvl3pPr lvl="2">
              <a:spcBef>
                <a:spcPts val="0"/>
              </a:spcBef>
              <a:spcAft>
                <a:spcPts val="0"/>
              </a:spcAft>
              <a:buClr>
                <a:schemeClr val="lt1"/>
              </a:buClr>
              <a:buSzPts val="2400"/>
              <a:buNone/>
              <a:defRPr sz="2400"/>
            </a:lvl3pPr>
            <a:lvl4pPr lvl="3">
              <a:spcBef>
                <a:spcPts val="0"/>
              </a:spcBef>
              <a:spcAft>
                <a:spcPts val="0"/>
              </a:spcAft>
              <a:buClr>
                <a:schemeClr val="lt1"/>
              </a:buClr>
              <a:buSzPts val="2400"/>
              <a:buNone/>
              <a:defRPr sz="2400"/>
            </a:lvl4pPr>
            <a:lvl5pPr lvl="4">
              <a:spcBef>
                <a:spcPts val="0"/>
              </a:spcBef>
              <a:spcAft>
                <a:spcPts val="0"/>
              </a:spcAft>
              <a:buClr>
                <a:schemeClr val="lt1"/>
              </a:buClr>
              <a:buSzPts val="2400"/>
              <a:buNone/>
              <a:defRPr sz="2400"/>
            </a:lvl5pPr>
            <a:lvl6pPr lvl="5">
              <a:spcBef>
                <a:spcPts val="0"/>
              </a:spcBef>
              <a:spcAft>
                <a:spcPts val="0"/>
              </a:spcAft>
              <a:buClr>
                <a:schemeClr val="lt1"/>
              </a:buClr>
              <a:buSzPts val="2400"/>
              <a:buNone/>
              <a:defRPr sz="2400"/>
            </a:lvl6pPr>
            <a:lvl7pPr lvl="6">
              <a:spcBef>
                <a:spcPts val="0"/>
              </a:spcBef>
              <a:spcAft>
                <a:spcPts val="0"/>
              </a:spcAft>
              <a:buClr>
                <a:schemeClr val="lt1"/>
              </a:buClr>
              <a:buSzPts val="2400"/>
              <a:buNone/>
              <a:defRPr sz="2400"/>
            </a:lvl7pPr>
            <a:lvl8pPr lvl="7">
              <a:spcBef>
                <a:spcPts val="0"/>
              </a:spcBef>
              <a:spcAft>
                <a:spcPts val="0"/>
              </a:spcAft>
              <a:buClr>
                <a:schemeClr val="lt1"/>
              </a:buClr>
              <a:buSzPts val="2400"/>
              <a:buNone/>
              <a:defRPr sz="2400"/>
            </a:lvl8pPr>
            <a:lvl9pPr lvl="8">
              <a:spcBef>
                <a:spcPts val="0"/>
              </a:spcBef>
              <a:spcAft>
                <a:spcPts val="0"/>
              </a:spcAft>
              <a:buClr>
                <a:schemeClr val="lt1"/>
              </a:buClr>
              <a:buSzPts val="2400"/>
              <a:buNone/>
              <a:defRPr sz="2400"/>
            </a:lvl9pPr>
          </a:lstStyle>
          <a:p/>
        </p:txBody>
      </p:sp>
      <p:sp>
        <p:nvSpPr>
          <p:cNvPr id="328" name="Google Shape;328;p24"/>
          <p:cNvSpPr txBox="1"/>
          <p:nvPr>
            <p:ph idx="5" type="subTitle"/>
          </p:nvPr>
        </p:nvSpPr>
        <p:spPr>
          <a:xfrm rot="-226014">
            <a:off x="619152" y="1527866"/>
            <a:ext cx="1890484" cy="5477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29" name="Google Shape;329;p24"/>
          <p:cNvSpPr txBox="1"/>
          <p:nvPr>
            <p:ph idx="6" type="subTitle"/>
          </p:nvPr>
        </p:nvSpPr>
        <p:spPr>
          <a:xfrm rot="126162">
            <a:off x="5024491" y="108292"/>
            <a:ext cx="1970527" cy="549668"/>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30" name="Google Shape;330;p24"/>
          <p:cNvSpPr txBox="1"/>
          <p:nvPr>
            <p:ph idx="7" type="subTitle"/>
          </p:nvPr>
        </p:nvSpPr>
        <p:spPr>
          <a:xfrm rot="348762">
            <a:off x="3115150" y="2659506"/>
            <a:ext cx="1943191" cy="546097"/>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31" name="Google Shape;331;p24"/>
          <p:cNvSpPr txBox="1"/>
          <p:nvPr>
            <p:ph idx="8" type="subTitle"/>
          </p:nvPr>
        </p:nvSpPr>
        <p:spPr>
          <a:xfrm rot="-59757">
            <a:off x="6687978" y="2476634"/>
            <a:ext cx="1915789" cy="5496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BLANK_1_1_1_1_1_1_1_1">
    <p:bg>
      <p:bgPr>
        <a:solidFill>
          <a:schemeClr val="lt1"/>
        </a:solidFill>
      </p:bgPr>
    </p:bg>
    <p:spTree>
      <p:nvGrpSpPr>
        <p:cNvPr id="332" name="Shape 332"/>
        <p:cNvGrpSpPr/>
        <p:nvPr/>
      </p:nvGrpSpPr>
      <p:grpSpPr>
        <a:xfrm>
          <a:off x="0" y="0"/>
          <a:ext cx="0" cy="0"/>
          <a:chOff x="0" y="0"/>
          <a:chExt cx="0" cy="0"/>
        </a:xfrm>
      </p:grpSpPr>
      <p:sp>
        <p:nvSpPr>
          <p:cNvPr id="333" name="Google Shape;333;p25"/>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000"/>
              <a:buNone/>
              <a:defRPr b="0">
                <a:solidFill>
                  <a:schemeClr val="dk1"/>
                </a:solidFill>
              </a:defRPr>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p:txBody>
      </p:sp>
      <p:sp>
        <p:nvSpPr>
          <p:cNvPr id="334" name="Google Shape;334;p25"/>
          <p:cNvSpPr txBox="1"/>
          <p:nvPr/>
        </p:nvSpPr>
        <p:spPr>
          <a:xfrm>
            <a:off x="5712000" y="3474850"/>
            <a:ext cx="732900" cy="3666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335" name="Google Shape;335;p25"/>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Clr>
                <a:schemeClr val="dk1"/>
              </a:buClr>
              <a:buSzPts val="1200"/>
              <a:buNone/>
              <a:defRPr>
                <a:solidFill>
                  <a:schemeClr val="dk1"/>
                </a:solidFill>
              </a:defRPr>
            </a:lvl1pPr>
            <a:lvl2pPr indent="-228600" lvl="1" marL="914400">
              <a:lnSpc>
                <a:spcPct val="100000"/>
              </a:lnSpc>
              <a:spcBef>
                <a:spcPts val="0"/>
              </a:spcBef>
              <a:spcAft>
                <a:spcPts val="0"/>
              </a:spcAft>
              <a:buClr>
                <a:schemeClr val="dk1"/>
              </a:buClr>
              <a:buSzPts val="1200"/>
              <a:buNone/>
              <a:defRPr>
                <a:solidFill>
                  <a:schemeClr val="dk1"/>
                </a:solidFill>
              </a:defRPr>
            </a:lvl2pPr>
            <a:lvl3pPr indent="-228600" lvl="2" marL="1371600">
              <a:lnSpc>
                <a:spcPct val="100000"/>
              </a:lnSpc>
              <a:spcBef>
                <a:spcPts val="0"/>
              </a:spcBef>
              <a:spcAft>
                <a:spcPts val="0"/>
              </a:spcAft>
              <a:buClr>
                <a:schemeClr val="dk1"/>
              </a:buClr>
              <a:buSzPts val="1200"/>
              <a:buNone/>
              <a:defRPr>
                <a:solidFill>
                  <a:schemeClr val="dk1"/>
                </a:solidFill>
              </a:defRPr>
            </a:lvl3pPr>
            <a:lvl4pPr indent="-228600" lvl="3" marL="1828800">
              <a:lnSpc>
                <a:spcPct val="100000"/>
              </a:lnSpc>
              <a:spcBef>
                <a:spcPts val="0"/>
              </a:spcBef>
              <a:spcAft>
                <a:spcPts val="0"/>
              </a:spcAft>
              <a:buClr>
                <a:schemeClr val="dk1"/>
              </a:buClr>
              <a:buSzPts val="1200"/>
              <a:buNone/>
              <a:defRPr>
                <a:solidFill>
                  <a:schemeClr val="dk1"/>
                </a:solidFill>
              </a:defRPr>
            </a:lvl4pPr>
            <a:lvl5pPr indent="-228600" lvl="4" marL="2286000">
              <a:lnSpc>
                <a:spcPct val="100000"/>
              </a:lnSpc>
              <a:spcBef>
                <a:spcPts val="0"/>
              </a:spcBef>
              <a:spcAft>
                <a:spcPts val="0"/>
              </a:spcAft>
              <a:buClr>
                <a:schemeClr val="dk1"/>
              </a:buClr>
              <a:buSzPts val="1200"/>
              <a:buNone/>
              <a:defRPr>
                <a:solidFill>
                  <a:schemeClr val="dk1"/>
                </a:solidFill>
              </a:defRPr>
            </a:lvl5pPr>
            <a:lvl6pPr indent="-228600" lvl="5" marL="2743200">
              <a:lnSpc>
                <a:spcPct val="100000"/>
              </a:lnSpc>
              <a:spcBef>
                <a:spcPts val="0"/>
              </a:spcBef>
              <a:spcAft>
                <a:spcPts val="0"/>
              </a:spcAft>
              <a:buClr>
                <a:schemeClr val="dk1"/>
              </a:buClr>
              <a:buSzPts val="1200"/>
              <a:buNone/>
              <a:defRPr>
                <a:solidFill>
                  <a:schemeClr val="dk1"/>
                </a:solidFill>
              </a:defRPr>
            </a:lvl6pPr>
            <a:lvl7pPr indent="-228600" lvl="6" marL="3200400">
              <a:lnSpc>
                <a:spcPct val="100000"/>
              </a:lnSpc>
              <a:spcBef>
                <a:spcPts val="0"/>
              </a:spcBef>
              <a:spcAft>
                <a:spcPts val="0"/>
              </a:spcAft>
              <a:buClr>
                <a:schemeClr val="dk1"/>
              </a:buClr>
              <a:buSzPts val="1200"/>
              <a:buNone/>
              <a:defRPr>
                <a:solidFill>
                  <a:schemeClr val="dk1"/>
                </a:solidFill>
              </a:defRPr>
            </a:lvl7pPr>
            <a:lvl8pPr indent="-228600" lvl="7" marL="3657600">
              <a:lnSpc>
                <a:spcPct val="100000"/>
              </a:lnSpc>
              <a:spcBef>
                <a:spcPts val="0"/>
              </a:spcBef>
              <a:spcAft>
                <a:spcPts val="0"/>
              </a:spcAft>
              <a:buClr>
                <a:schemeClr val="dk1"/>
              </a:buClr>
              <a:buSzPts val="1200"/>
              <a:buNone/>
              <a:defRPr>
                <a:solidFill>
                  <a:schemeClr val="dk1"/>
                </a:solidFill>
              </a:defRPr>
            </a:lvl8pPr>
            <a:lvl9pPr indent="-228600" lvl="8" marL="4114800">
              <a:lnSpc>
                <a:spcPct val="100000"/>
              </a:lnSpc>
              <a:spcBef>
                <a:spcPts val="0"/>
              </a:spcBef>
              <a:spcAft>
                <a:spcPts val="0"/>
              </a:spcAft>
              <a:buClr>
                <a:schemeClr val="dk1"/>
              </a:buClr>
              <a:buSzPts val="1200"/>
              <a:buNone/>
              <a:defRPr>
                <a:solidFill>
                  <a:schemeClr val="dk1"/>
                </a:solidFill>
              </a:defRPr>
            </a:lvl9pPr>
          </a:lstStyle>
          <a:p/>
        </p:txBody>
      </p:sp>
      <p:sp>
        <p:nvSpPr>
          <p:cNvPr id="336" name="Google Shape;336;p25"/>
          <p:cNvSpPr txBox="1"/>
          <p:nvPr>
            <p:ph idx="2" type="title"/>
          </p:nvPr>
        </p:nvSpPr>
        <p:spPr>
          <a:xfrm rot="-173518">
            <a:off x="5146753" y="4343806"/>
            <a:ext cx="1974114" cy="245408"/>
          </a:xfrm>
          <a:prstGeom prst="rect">
            <a:avLst/>
          </a:prstGeom>
          <a:solidFill>
            <a:schemeClr val="dk1"/>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Font typeface="Manrope"/>
              <a:buNone/>
              <a:defRPr b="0" sz="1000">
                <a:latin typeface="Manrope"/>
                <a:ea typeface="Manrope"/>
                <a:cs typeface="Manrope"/>
                <a:sym typeface="Manrope"/>
              </a:defRPr>
            </a:lvl1pPr>
            <a:lvl2pPr lvl="1">
              <a:spcBef>
                <a:spcPts val="0"/>
              </a:spcBef>
              <a:spcAft>
                <a:spcPts val="0"/>
              </a:spcAft>
              <a:buClr>
                <a:schemeClr val="lt1"/>
              </a:buClr>
              <a:buSzPts val="1400"/>
              <a:buFont typeface="Manrope"/>
              <a:buNone/>
              <a:defRPr>
                <a:latin typeface="Manrope"/>
                <a:ea typeface="Manrope"/>
                <a:cs typeface="Manrope"/>
                <a:sym typeface="Manrope"/>
              </a:defRPr>
            </a:lvl2pPr>
            <a:lvl3pPr lvl="2">
              <a:spcBef>
                <a:spcPts val="0"/>
              </a:spcBef>
              <a:spcAft>
                <a:spcPts val="0"/>
              </a:spcAft>
              <a:buClr>
                <a:schemeClr val="lt1"/>
              </a:buClr>
              <a:buSzPts val="1400"/>
              <a:buFont typeface="Manrope"/>
              <a:buNone/>
              <a:defRPr>
                <a:latin typeface="Manrope"/>
                <a:ea typeface="Manrope"/>
                <a:cs typeface="Manrope"/>
                <a:sym typeface="Manrope"/>
              </a:defRPr>
            </a:lvl3pPr>
            <a:lvl4pPr lvl="3">
              <a:spcBef>
                <a:spcPts val="0"/>
              </a:spcBef>
              <a:spcAft>
                <a:spcPts val="0"/>
              </a:spcAft>
              <a:buClr>
                <a:schemeClr val="lt1"/>
              </a:buClr>
              <a:buSzPts val="1400"/>
              <a:buFont typeface="Manrope"/>
              <a:buNone/>
              <a:defRPr>
                <a:latin typeface="Manrope"/>
                <a:ea typeface="Manrope"/>
                <a:cs typeface="Manrope"/>
                <a:sym typeface="Manrope"/>
              </a:defRPr>
            </a:lvl4pPr>
            <a:lvl5pPr lvl="4">
              <a:spcBef>
                <a:spcPts val="0"/>
              </a:spcBef>
              <a:spcAft>
                <a:spcPts val="0"/>
              </a:spcAft>
              <a:buClr>
                <a:schemeClr val="lt1"/>
              </a:buClr>
              <a:buSzPts val="1400"/>
              <a:buFont typeface="Manrope"/>
              <a:buNone/>
              <a:defRPr>
                <a:latin typeface="Manrope"/>
                <a:ea typeface="Manrope"/>
                <a:cs typeface="Manrope"/>
                <a:sym typeface="Manrope"/>
              </a:defRPr>
            </a:lvl5pPr>
            <a:lvl6pPr lvl="5">
              <a:spcBef>
                <a:spcPts val="0"/>
              </a:spcBef>
              <a:spcAft>
                <a:spcPts val="0"/>
              </a:spcAft>
              <a:buClr>
                <a:schemeClr val="lt1"/>
              </a:buClr>
              <a:buSzPts val="1400"/>
              <a:buFont typeface="Manrope"/>
              <a:buNone/>
              <a:defRPr>
                <a:latin typeface="Manrope"/>
                <a:ea typeface="Manrope"/>
                <a:cs typeface="Manrope"/>
                <a:sym typeface="Manrope"/>
              </a:defRPr>
            </a:lvl6pPr>
            <a:lvl7pPr lvl="6">
              <a:spcBef>
                <a:spcPts val="0"/>
              </a:spcBef>
              <a:spcAft>
                <a:spcPts val="0"/>
              </a:spcAft>
              <a:buClr>
                <a:schemeClr val="lt1"/>
              </a:buClr>
              <a:buSzPts val="1400"/>
              <a:buFont typeface="Manrope"/>
              <a:buNone/>
              <a:defRPr>
                <a:latin typeface="Manrope"/>
                <a:ea typeface="Manrope"/>
                <a:cs typeface="Manrope"/>
                <a:sym typeface="Manrope"/>
              </a:defRPr>
            </a:lvl7pPr>
            <a:lvl8pPr lvl="7">
              <a:spcBef>
                <a:spcPts val="0"/>
              </a:spcBef>
              <a:spcAft>
                <a:spcPts val="0"/>
              </a:spcAft>
              <a:buClr>
                <a:schemeClr val="lt1"/>
              </a:buClr>
              <a:buSzPts val="1400"/>
              <a:buFont typeface="Manrope"/>
              <a:buNone/>
              <a:defRPr>
                <a:latin typeface="Manrope"/>
                <a:ea typeface="Manrope"/>
                <a:cs typeface="Manrope"/>
                <a:sym typeface="Manrope"/>
              </a:defRPr>
            </a:lvl8pPr>
            <a:lvl9pPr lvl="8">
              <a:spcBef>
                <a:spcPts val="0"/>
              </a:spcBef>
              <a:spcAft>
                <a:spcPts val="0"/>
              </a:spcAft>
              <a:buClr>
                <a:schemeClr val="lt1"/>
              </a:buClr>
              <a:buSzPts val="1400"/>
              <a:buFont typeface="Manrope"/>
              <a:buNone/>
              <a:defRPr>
                <a:latin typeface="Manrope"/>
                <a:ea typeface="Manrope"/>
                <a:cs typeface="Manrope"/>
                <a:sym typeface="Manrope"/>
              </a:defRPr>
            </a:lvl9pPr>
          </a:lstStyle>
          <a:p/>
        </p:txBody>
      </p:sp>
      <p:sp>
        <p:nvSpPr>
          <p:cNvPr id="337" name="Google Shape;337;p25"/>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38" name="Google Shape;338;p25"/>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39" name="Google Shape;339;p25"/>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40" name="Google Shape;340;p25"/>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341" name="Google Shape;341;p25"/>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342" name="Google Shape;342;p25"/>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343" name="Google Shape;343;p25"/>
          <p:cNvSpPr txBox="1"/>
          <p:nvPr>
            <p:ph idx="3" type="title"/>
          </p:nvPr>
        </p:nvSpPr>
        <p:spPr>
          <a:xfrm rot="-130161">
            <a:off x="5805931" y="3651002"/>
            <a:ext cx="2662908" cy="733131"/>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000"/>
              <a:buNone/>
              <a:defRPr sz="1000">
                <a:solidFill>
                  <a:schemeClr val="dk1"/>
                </a:solidFill>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BLANK_1_1_1_1_1_1_1_1_2">
    <p:spTree>
      <p:nvGrpSpPr>
        <p:cNvPr id="344" name="Shape 344"/>
        <p:cNvGrpSpPr/>
        <p:nvPr/>
      </p:nvGrpSpPr>
      <p:grpSpPr>
        <a:xfrm>
          <a:off x="0" y="0"/>
          <a:ext cx="0" cy="0"/>
          <a:chOff x="0" y="0"/>
          <a:chExt cx="0" cy="0"/>
        </a:xfrm>
      </p:grpSpPr>
      <p:grpSp>
        <p:nvGrpSpPr>
          <p:cNvPr id="345" name="Google Shape;345;p26"/>
          <p:cNvGrpSpPr/>
          <p:nvPr/>
        </p:nvGrpSpPr>
        <p:grpSpPr>
          <a:xfrm>
            <a:off x="0" y="-6300"/>
            <a:ext cx="9143705" cy="5150040"/>
            <a:chOff x="11751" y="-6300"/>
            <a:chExt cx="9190577" cy="5150040"/>
          </a:xfrm>
        </p:grpSpPr>
        <p:grpSp>
          <p:nvGrpSpPr>
            <p:cNvPr id="346" name="Google Shape;346;p26"/>
            <p:cNvGrpSpPr/>
            <p:nvPr/>
          </p:nvGrpSpPr>
          <p:grpSpPr>
            <a:xfrm>
              <a:off x="11751" y="-6300"/>
              <a:ext cx="4777902" cy="2703033"/>
              <a:chOff x="11750" y="-6290"/>
              <a:chExt cx="9125100" cy="5162400"/>
            </a:xfrm>
          </p:grpSpPr>
          <p:cxnSp>
            <p:nvCxnSpPr>
              <p:cNvPr id="347" name="Google Shape;347;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48" name="Google Shape;348;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49" name="Google Shape;349;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0" name="Google Shape;350;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1" name="Google Shape;351;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2" name="Google Shape;352;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3" name="Google Shape;353;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4" name="Google Shape;354;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5" name="Google Shape;355;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6" name="Google Shape;356;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7" name="Google Shape;357;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8" name="Google Shape;358;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9" name="Google Shape;359;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0" name="Google Shape;360;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1" name="Google Shape;361;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2" name="Google Shape;362;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3" name="Google Shape;363;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4" name="Google Shape;364;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5" name="Google Shape;365;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6" name="Google Shape;366;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7" name="Google Shape;367;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8" name="Google Shape;368;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69" name="Google Shape;369;p26"/>
            <p:cNvGrpSpPr/>
            <p:nvPr/>
          </p:nvGrpSpPr>
          <p:grpSpPr>
            <a:xfrm>
              <a:off x="11751" y="2440707"/>
              <a:ext cx="4777902" cy="2703033"/>
              <a:chOff x="11750" y="-6290"/>
              <a:chExt cx="9125100" cy="5162400"/>
            </a:xfrm>
          </p:grpSpPr>
          <p:cxnSp>
            <p:nvCxnSpPr>
              <p:cNvPr id="370" name="Google Shape;370;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1" name="Google Shape;371;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2" name="Google Shape;372;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3" name="Google Shape;373;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4" name="Google Shape;374;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5" name="Google Shape;375;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6" name="Google Shape;376;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7" name="Google Shape;377;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8" name="Google Shape;378;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9" name="Google Shape;379;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0" name="Google Shape;380;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1" name="Google Shape;381;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2" name="Google Shape;382;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3" name="Google Shape;383;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4" name="Google Shape;384;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5" name="Google Shape;385;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6" name="Google Shape;386;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7" name="Google Shape;387;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8" name="Google Shape;388;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9" name="Google Shape;389;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0" name="Google Shape;390;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1" name="Google Shape;391;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92" name="Google Shape;392;p26"/>
            <p:cNvGrpSpPr/>
            <p:nvPr/>
          </p:nvGrpSpPr>
          <p:grpSpPr>
            <a:xfrm>
              <a:off x="4424426" y="-6300"/>
              <a:ext cx="4777902" cy="2703033"/>
              <a:chOff x="11750" y="-6290"/>
              <a:chExt cx="9125100" cy="5162400"/>
            </a:xfrm>
          </p:grpSpPr>
          <p:cxnSp>
            <p:nvCxnSpPr>
              <p:cNvPr id="393" name="Google Shape;393;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4" name="Google Shape;394;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5" name="Google Shape;395;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6" name="Google Shape;396;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7" name="Google Shape;397;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8" name="Google Shape;398;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9" name="Google Shape;399;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0" name="Google Shape;400;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1" name="Google Shape;401;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2" name="Google Shape;402;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3" name="Google Shape;403;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4" name="Google Shape;404;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5" name="Google Shape;405;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6" name="Google Shape;406;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7" name="Google Shape;407;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8" name="Google Shape;408;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9" name="Google Shape;409;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0" name="Google Shape;410;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1" name="Google Shape;411;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2" name="Google Shape;412;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3" name="Google Shape;413;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4" name="Google Shape;414;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415" name="Google Shape;415;p26"/>
            <p:cNvGrpSpPr/>
            <p:nvPr/>
          </p:nvGrpSpPr>
          <p:grpSpPr>
            <a:xfrm>
              <a:off x="4424426" y="2440707"/>
              <a:ext cx="4777902" cy="2703033"/>
              <a:chOff x="11750" y="-6290"/>
              <a:chExt cx="9125100" cy="5162400"/>
            </a:xfrm>
          </p:grpSpPr>
          <p:cxnSp>
            <p:nvCxnSpPr>
              <p:cNvPr id="416" name="Google Shape;416;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7" name="Google Shape;417;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8" name="Google Shape;418;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9" name="Google Shape;419;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0" name="Google Shape;420;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1" name="Google Shape;421;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2" name="Google Shape;422;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3" name="Google Shape;423;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4" name="Google Shape;424;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5" name="Google Shape;425;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6" name="Google Shape;426;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7" name="Google Shape;427;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8" name="Google Shape;428;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29" name="Google Shape;429;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0" name="Google Shape;430;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1" name="Google Shape;431;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2" name="Google Shape;432;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3" name="Google Shape;433;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4" name="Google Shape;434;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5" name="Google Shape;435;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6" name="Google Shape;436;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7" name="Google Shape;437;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438" name="Google Shape;438;p26"/>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3000"/>
              <a:buNone/>
              <a:defRPr b="0"/>
            </a:lvl1pPr>
            <a:lvl2pPr lvl="1">
              <a:lnSpc>
                <a:spcPct val="100000"/>
              </a:lnSpc>
              <a:spcBef>
                <a:spcPts val="0"/>
              </a:spcBef>
              <a:spcAft>
                <a:spcPts val="0"/>
              </a:spcAft>
              <a:buClr>
                <a:schemeClr val="lt1"/>
              </a:buClr>
              <a:buSzPts val="1400"/>
              <a:buNone/>
              <a:defRPr/>
            </a:lvl2pPr>
            <a:lvl3pPr lvl="2">
              <a:lnSpc>
                <a:spcPct val="100000"/>
              </a:lnSpc>
              <a:spcBef>
                <a:spcPts val="0"/>
              </a:spcBef>
              <a:spcAft>
                <a:spcPts val="0"/>
              </a:spcAft>
              <a:buClr>
                <a:schemeClr val="lt1"/>
              </a:buClr>
              <a:buSzPts val="1400"/>
              <a:buNone/>
              <a:defRPr/>
            </a:lvl3pPr>
            <a:lvl4pPr lvl="3">
              <a:lnSpc>
                <a:spcPct val="100000"/>
              </a:lnSpc>
              <a:spcBef>
                <a:spcPts val="0"/>
              </a:spcBef>
              <a:spcAft>
                <a:spcPts val="0"/>
              </a:spcAft>
              <a:buClr>
                <a:schemeClr val="lt1"/>
              </a:buClr>
              <a:buSzPts val="1400"/>
              <a:buNone/>
              <a:defRPr/>
            </a:lvl4pPr>
            <a:lvl5pPr lvl="4">
              <a:lnSpc>
                <a:spcPct val="100000"/>
              </a:lnSpc>
              <a:spcBef>
                <a:spcPts val="0"/>
              </a:spcBef>
              <a:spcAft>
                <a:spcPts val="0"/>
              </a:spcAft>
              <a:buClr>
                <a:schemeClr val="lt1"/>
              </a:buClr>
              <a:buSzPts val="1400"/>
              <a:buNone/>
              <a:defRPr/>
            </a:lvl5pPr>
            <a:lvl6pPr lvl="5">
              <a:lnSpc>
                <a:spcPct val="100000"/>
              </a:lnSpc>
              <a:spcBef>
                <a:spcPts val="0"/>
              </a:spcBef>
              <a:spcAft>
                <a:spcPts val="0"/>
              </a:spcAft>
              <a:buClr>
                <a:schemeClr val="lt1"/>
              </a:buClr>
              <a:buSzPts val="1400"/>
              <a:buNone/>
              <a:defRPr/>
            </a:lvl6pPr>
            <a:lvl7pPr lvl="6">
              <a:lnSpc>
                <a:spcPct val="100000"/>
              </a:lnSpc>
              <a:spcBef>
                <a:spcPts val="0"/>
              </a:spcBef>
              <a:spcAft>
                <a:spcPts val="0"/>
              </a:spcAft>
              <a:buClr>
                <a:schemeClr val="lt1"/>
              </a:buClr>
              <a:buSzPts val="1400"/>
              <a:buNone/>
              <a:defRPr/>
            </a:lvl7pPr>
            <a:lvl8pPr lvl="7">
              <a:lnSpc>
                <a:spcPct val="100000"/>
              </a:lnSpc>
              <a:spcBef>
                <a:spcPts val="0"/>
              </a:spcBef>
              <a:spcAft>
                <a:spcPts val="0"/>
              </a:spcAft>
              <a:buClr>
                <a:schemeClr val="lt1"/>
              </a:buClr>
              <a:buSzPts val="1400"/>
              <a:buNone/>
              <a:defRPr/>
            </a:lvl8pPr>
            <a:lvl9pPr lvl="8">
              <a:lnSpc>
                <a:spcPct val="100000"/>
              </a:lnSpc>
              <a:spcBef>
                <a:spcPts val="0"/>
              </a:spcBef>
              <a:spcAft>
                <a:spcPts val="0"/>
              </a:spcAft>
              <a:buClr>
                <a:schemeClr val="lt1"/>
              </a:buClr>
              <a:buSzPts val="1400"/>
              <a:buNone/>
              <a:defRPr/>
            </a:lvl9pPr>
          </a:lstStyle>
          <a:p/>
        </p:txBody>
      </p:sp>
      <p:sp>
        <p:nvSpPr>
          <p:cNvPr id="439" name="Google Shape;439;p26"/>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228600" lvl="1" marL="914400">
              <a:lnSpc>
                <a:spcPct val="100000"/>
              </a:lnSpc>
              <a:spcBef>
                <a:spcPts val="0"/>
              </a:spcBef>
              <a:spcAft>
                <a:spcPts val="0"/>
              </a:spcAft>
              <a:buSzPts val="1200"/>
              <a:buNone/>
              <a:defRPr/>
            </a:lvl2pPr>
            <a:lvl3pPr indent="-228600" lvl="2" marL="1371600">
              <a:lnSpc>
                <a:spcPct val="100000"/>
              </a:lnSpc>
              <a:spcBef>
                <a:spcPts val="0"/>
              </a:spcBef>
              <a:spcAft>
                <a:spcPts val="0"/>
              </a:spcAft>
              <a:buSzPts val="1200"/>
              <a:buNone/>
              <a:defRPr/>
            </a:lvl3pPr>
            <a:lvl4pPr indent="-228600" lvl="3" marL="1828800">
              <a:lnSpc>
                <a:spcPct val="100000"/>
              </a:lnSpc>
              <a:spcBef>
                <a:spcPts val="0"/>
              </a:spcBef>
              <a:spcAft>
                <a:spcPts val="0"/>
              </a:spcAft>
              <a:buSzPts val="1200"/>
              <a:buNone/>
              <a:defRPr/>
            </a:lvl4pPr>
            <a:lvl5pPr indent="-228600" lvl="4" marL="2286000">
              <a:lnSpc>
                <a:spcPct val="100000"/>
              </a:lnSpc>
              <a:spcBef>
                <a:spcPts val="0"/>
              </a:spcBef>
              <a:spcAft>
                <a:spcPts val="0"/>
              </a:spcAft>
              <a:buSzPts val="1200"/>
              <a:buNone/>
              <a:defRPr/>
            </a:lvl5pPr>
            <a:lvl6pPr indent="-228600" lvl="5" marL="2743200">
              <a:lnSpc>
                <a:spcPct val="100000"/>
              </a:lnSpc>
              <a:spcBef>
                <a:spcPts val="0"/>
              </a:spcBef>
              <a:spcAft>
                <a:spcPts val="0"/>
              </a:spcAft>
              <a:buSzPts val="1200"/>
              <a:buNone/>
              <a:defRPr/>
            </a:lvl6pPr>
            <a:lvl7pPr indent="-228600" lvl="6" marL="3200400">
              <a:lnSpc>
                <a:spcPct val="100000"/>
              </a:lnSpc>
              <a:spcBef>
                <a:spcPts val="0"/>
              </a:spcBef>
              <a:spcAft>
                <a:spcPts val="0"/>
              </a:spcAft>
              <a:buSzPts val="1200"/>
              <a:buNone/>
              <a:defRPr/>
            </a:lvl7pPr>
            <a:lvl8pPr indent="-228600" lvl="7" marL="3657600">
              <a:lnSpc>
                <a:spcPct val="100000"/>
              </a:lnSpc>
              <a:spcBef>
                <a:spcPts val="0"/>
              </a:spcBef>
              <a:spcAft>
                <a:spcPts val="0"/>
              </a:spcAft>
              <a:buSzPts val="1200"/>
              <a:buNone/>
              <a:defRPr/>
            </a:lvl8pPr>
            <a:lvl9pPr indent="-228600" lvl="8" marL="4114800">
              <a:lnSpc>
                <a:spcPct val="100000"/>
              </a:lnSpc>
              <a:spcBef>
                <a:spcPts val="0"/>
              </a:spcBef>
              <a:spcAft>
                <a:spcPts val="0"/>
              </a:spcAft>
              <a:buSzPts val="1200"/>
              <a:buNone/>
              <a:defRPr/>
            </a:lvl9pPr>
          </a:lstStyle>
          <a:p/>
        </p:txBody>
      </p:sp>
      <p:sp>
        <p:nvSpPr>
          <p:cNvPr id="440" name="Google Shape;440;p26"/>
          <p:cNvSpPr txBox="1"/>
          <p:nvPr>
            <p:ph idx="2" type="title"/>
          </p:nvPr>
        </p:nvSpPr>
        <p:spPr>
          <a:xfrm rot="-173518">
            <a:off x="5146753" y="4388081"/>
            <a:ext cx="1974114" cy="245408"/>
          </a:xfrm>
          <a:prstGeom prst="rect">
            <a:avLst/>
          </a:prstGeom>
          <a:solidFill>
            <a:schemeClr val="accent6"/>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441" name="Google Shape;441;p26"/>
          <p:cNvSpPr txBox="1"/>
          <p:nvPr>
            <p:ph idx="3" type="title"/>
          </p:nvPr>
        </p:nvSpPr>
        <p:spPr>
          <a:xfrm rot="-130161">
            <a:off x="5801505" y="3629872"/>
            <a:ext cx="2662908" cy="632256"/>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BLANK_1_1_1_1_1_1_1">
    <p:spTree>
      <p:nvGrpSpPr>
        <p:cNvPr id="442" name="Shape 442"/>
        <p:cNvGrpSpPr/>
        <p:nvPr/>
      </p:nvGrpSpPr>
      <p:grpSpPr>
        <a:xfrm>
          <a:off x="0" y="0"/>
          <a:ext cx="0" cy="0"/>
          <a:chOff x="0" y="0"/>
          <a:chExt cx="0" cy="0"/>
        </a:xfrm>
      </p:grpSpPr>
      <p:grpSp>
        <p:nvGrpSpPr>
          <p:cNvPr id="443" name="Google Shape;443;p27"/>
          <p:cNvGrpSpPr/>
          <p:nvPr/>
        </p:nvGrpSpPr>
        <p:grpSpPr>
          <a:xfrm>
            <a:off x="0" y="939481"/>
            <a:ext cx="9144000" cy="3964219"/>
            <a:chOff x="0" y="939481"/>
            <a:chExt cx="9144000" cy="3964219"/>
          </a:xfrm>
        </p:grpSpPr>
        <p:cxnSp>
          <p:nvCxnSpPr>
            <p:cNvPr id="444" name="Google Shape;444;p27"/>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5" name="Google Shape;445;p27"/>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6" name="Google Shape;446;p27"/>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7" name="Google Shape;447;p27"/>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8" name="Google Shape;448;p27"/>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9" name="Google Shape;449;p27"/>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0" name="Google Shape;450;p27"/>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1" name="Google Shape;451;p27"/>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2" name="Google Shape;452;p27"/>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3" name="Google Shape;453;p27"/>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4" name="Google Shape;454;p27"/>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grpSp>
      <p:sp>
        <p:nvSpPr>
          <p:cNvPr id="455" name="Google Shape;455;p27"/>
          <p:cNvSpPr/>
          <p:nvPr/>
        </p:nvSpPr>
        <p:spPr>
          <a:xfrm rot="341415">
            <a:off x="4870163" y="329972"/>
            <a:ext cx="3279862" cy="460671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56" name="Google Shape;456;p27"/>
          <p:cNvGrpSpPr/>
          <p:nvPr/>
        </p:nvGrpSpPr>
        <p:grpSpPr>
          <a:xfrm rot="341264">
            <a:off x="4864199" y="350512"/>
            <a:ext cx="184449" cy="4334311"/>
            <a:chOff x="5380497" y="383100"/>
            <a:chExt cx="189628" cy="4456010"/>
          </a:xfrm>
        </p:grpSpPr>
        <p:grpSp>
          <p:nvGrpSpPr>
            <p:cNvPr id="457" name="Google Shape;457;p27"/>
            <p:cNvGrpSpPr/>
            <p:nvPr/>
          </p:nvGrpSpPr>
          <p:grpSpPr>
            <a:xfrm>
              <a:off x="5380497" y="383100"/>
              <a:ext cx="189628" cy="981668"/>
              <a:chOff x="5380497" y="383100"/>
              <a:chExt cx="189628" cy="981668"/>
            </a:xfrm>
          </p:grpSpPr>
          <p:grpSp>
            <p:nvGrpSpPr>
              <p:cNvPr id="458" name="Google Shape;458;p27"/>
              <p:cNvGrpSpPr/>
              <p:nvPr/>
            </p:nvGrpSpPr>
            <p:grpSpPr>
              <a:xfrm>
                <a:off x="5380497" y="383100"/>
                <a:ext cx="187974" cy="130800"/>
                <a:chOff x="4804925" y="764100"/>
                <a:chExt cx="187974" cy="130800"/>
              </a:xfrm>
            </p:grpSpPr>
            <p:sp>
              <p:nvSpPr>
                <p:cNvPr id="459" name="Google Shape;45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0" name="Google Shape;46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1" name="Google Shape;461;p27"/>
              <p:cNvGrpSpPr/>
              <p:nvPr/>
            </p:nvGrpSpPr>
            <p:grpSpPr>
              <a:xfrm>
                <a:off x="5382151" y="822110"/>
                <a:ext cx="187974" cy="130800"/>
                <a:chOff x="4804925" y="764100"/>
                <a:chExt cx="187974" cy="130800"/>
              </a:xfrm>
            </p:grpSpPr>
            <p:sp>
              <p:nvSpPr>
                <p:cNvPr id="462" name="Google Shape;46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3" name="Google Shape;46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4" name="Google Shape;464;p27"/>
              <p:cNvGrpSpPr/>
              <p:nvPr/>
            </p:nvGrpSpPr>
            <p:grpSpPr>
              <a:xfrm>
                <a:off x="5382151" y="1233968"/>
                <a:ext cx="187974" cy="130800"/>
                <a:chOff x="4804925" y="764100"/>
                <a:chExt cx="187974" cy="130800"/>
              </a:xfrm>
            </p:grpSpPr>
            <p:sp>
              <p:nvSpPr>
                <p:cNvPr id="465" name="Google Shape;46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6" name="Google Shape;46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67" name="Google Shape;467;p27"/>
            <p:cNvGrpSpPr/>
            <p:nvPr/>
          </p:nvGrpSpPr>
          <p:grpSpPr>
            <a:xfrm>
              <a:off x="5380497" y="1678500"/>
              <a:ext cx="189628" cy="981668"/>
              <a:chOff x="5380497" y="383100"/>
              <a:chExt cx="189628" cy="981668"/>
            </a:xfrm>
          </p:grpSpPr>
          <p:grpSp>
            <p:nvGrpSpPr>
              <p:cNvPr id="468" name="Google Shape;468;p27"/>
              <p:cNvGrpSpPr/>
              <p:nvPr/>
            </p:nvGrpSpPr>
            <p:grpSpPr>
              <a:xfrm>
                <a:off x="5380497" y="383100"/>
                <a:ext cx="187974" cy="130800"/>
                <a:chOff x="4804925" y="764100"/>
                <a:chExt cx="187974" cy="130800"/>
              </a:xfrm>
            </p:grpSpPr>
            <p:sp>
              <p:nvSpPr>
                <p:cNvPr id="469" name="Google Shape;46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0" name="Google Shape;47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1" name="Google Shape;471;p27"/>
              <p:cNvGrpSpPr/>
              <p:nvPr/>
            </p:nvGrpSpPr>
            <p:grpSpPr>
              <a:xfrm>
                <a:off x="5382151" y="822110"/>
                <a:ext cx="187974" cy="130800"/>
                <a:chOff x="4804925" y="764100"/>
                <a:chExt cx="187974" cy="130800"/>
              </a:xfrm>
            </p:grpSpPr>
            <p:sp>
              <p:nvSpPr>
                <p:cNvPr id="472" name="Google Shape;47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3" name="Google Shape;47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4" name="Google Shape;474;p27"/>
              <p:cNvGrpSpPr/>
              <p:nvPr/>
            </p:nvGrpSpPr>
            <p:grpSpPr>
              <a:xfrm>
                <a:off x="5382151" y="1233968"/>
                <a:ext cx="187974" cy="130800"/>
                <a:chOff x="4804925" y="764100"/>
                <a:chExt cx="187974" cy="130800"/>
              </a:xfrm>
            </p:grpSpPr>
            <p:sp>
              <p:nvSpPr>
                <p:cNvPr id="475" name="Google Shape;47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6" name="Google Shape;47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77" name="Google Shape;477;p27"/>
            <p:cNvGrpSpPr/>
            <p:nvPr/>
          </p:nvGrpSpPr>
          <p:grpSpPr>
            <a:xfrm>
              <a:off x="5380497" y="2973900"/>
              <a:ext cx="189628" cy="981668"/>
              <a:chOff x="5380497" y="383100"/>
              <a:chExt cx="189628" cy="981668"/>
            </a:xfrm>
          </p:grpSpPr>
          <p:grpSp>
            <p:nvGrpSpPr>
              <p:cNvPr id="478" name="Google Shape;478;p27"/>
              <p:cNvGrpSpPr/>
              <p:nvPr/>
            </p:nvGrpSpPr>
            <p:grpSpPr>
              <a:xfrm>
                <a:off x="5380497" y="383100"/>
                <a:ext cx="187974" cy="130800"/>
                <a:chOff x="4804925" y="764100"/>
                <a:chExt cx="187974" cy="130800"/>
              </a:xfrm>
            </p:grpSpPr>
            <p:sp>
              <p:nvSpPr>
                <p:cNvPr id="479" name="Google Shape;47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0" name="Google Shape;48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81" name="Google Shape;481;p27"/>
              <p:cNvGrpSpPr/>
              <p:nvPr/>
            </p:nvGrpSpPr>
            <p:grpSpPr>
              <a:xfrm>
                <a:off x="5382151" y="822110"/>
                <a:ext cx="187974" cy="130800"/>
                <a:chOff x="4804925" y="764100"/>
                <a:chExt cx="187974" cy="130800"/>
              </a:xfrm>
            </p:grpSpPr>
            <p:sp>
              <p:nvSpPr>
                <p:cNvPr id="482" name="Google Shape;48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3" name="Google Shape;48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84" name="Google Shape;484;p27"/>
              <p:cNvGrpSpPr/>
              <p:nvPr/>
            </p:nvGrpSpPr>
            <p:grpSpPr>
              <a:xfrm>
                <a:off x="5382151" y="1233968"/>
                <a:ext cx="187974" cy="130800"/>
                <a:chOff x="4804925" y="764100"/>
                <a:chExt cx="187974" cy="130800"/>
              </a:xfrm>
            </p:grpSpPr>
            <p:sp>
              <p:nvSpPr>
                <p:cNvPr id="485" name="Google Shape;48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6" name="Google Shape;48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87" name="Google Shape;487;p27"/>
            <p:cNvGrpSpPr/>
            <p:nvPr/>
          </p:nvGrpSpPr>
          <p:grpSpPr>
            <a:xfrm>
              <a:off x="5380497" y="4269300"/>
              <a:ext cx="189628" cy="569810"/>
              <a:chOff x="5380497" y="383100"/>
              <a:chExt cx="189628" cy="569810"/>
            </a:xfrm>
          </p:grpSpPr>
          <p:grpSp>
            <p:nvGrpSpPr>
              <p:cNvPr id="488" name="Google Shape;488;p27"/>
              <p:cNvGrpSpPr/>
              <p:nvPr/>
            </p:nvGrpSpPr>
            <p:grpSpPr>
              <a:xfrm>
                <a:off x="5380497" y="383100"/>
                <a:ext cx="187974" cy="130800"/>
                <a:chOff x="4804925" y="764100"/>
                <a:chExt cx="187974" cy="130800"/>
              </a:xfrm>
            </p:grpSpPr>
            <p:sp>
              <p:nvSpPr>
                <p:cNvPr id="489" name="Google Shape;48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0" name="Google Shape;49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91" name="Google Shape;491;p27"/>
              <p:cNvGrpSpPr/>
              <p:nvPr/>
            </p:nvGrpSpPr>
            <p:grpSpPr>
              <a:xfrm>
                <a:off x="5382151" y="822110"/>
                <a:ext cx="187974" cy="130800"/>
                <a:chOff x="4804925" y="764100"/>
                <a:chExt cx="187974" cy="130800"/>
              </a:xfrm>
            </p:grpSpPr>
            <p:sp>
              <p:nvSpPr>
                <p:cNvPr id="492" name="Google Shape;49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3" name="Google Shape;49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494" name="Google Shape;494;p27"/>
          <p:cNvSpPr/>
          <p:nvPr/>
        </p:nvSpPr>
        <p:spPr>
          <a:xfrm>
            <a:off x="5136896" y="329628"/>
            <a:ext cx="3280500" cy="460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95" name="Google Shape;495;p27"/>
          <p:cNvGrpSpPr/>
          <p:nvPr/>
        </p:nvGrpSpPr>
        <p:grpSpPr>
          <a:xfrm>
            <a:off x="5137471" y="504148"/>
            <a:ext cx="184470" cy="4334807"/>
            <a:chOff x="5380497" y="383100"/>
            <a:chExt cx="189628" cy="4456010"/>
          </a:xfrm>
        </p:grpSpPr>
        <p:grpSp>
          <p:nvGrpSpPr>
            <p:cNvPr id="496" name="Google Shape;496;p27"/>
            <p:cNvGrpSpPr/>
            <p:nvPr/>
          </p:nvGrpSpPr>
          <p:grpSpPr>
            <a:xfrm>
              <a:off x="5380497" y="383100"/>
              <a:ext cx="189628" cy="981668"/>
              <a:chOff x="5380497" y="383100"/>
              <a:chExt cx="189628" cy="981668"/>
            </a:xfrm>
          </p:grpSpPr>
          <p:grpSp>
            <p:nvGrpSpPr>
              <p:cNvPr id="497" name="Google Shape;497;p27"/>
              <p:cNvGrpSpPr/>
              <p:nvPr/>
            </p:nvGrpSpPr>
            <p:grpSpPr>
              <a:xfrm>
                <a:off x="5380497" y="383100"/>
                <a:ext cx="187974" cy="130800"/>
                <a:chOff x="4804925" y="764100"/>
                <a:chExt cx="187974" cy="130800"/>
              </a:xfrm>
            </p:grpSpPr>
            <p:sp>
              <p:nvSpPr>
                <p:cNvPr id="498" name="Google Shape;49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9" name="Google Shape;49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00" name="Google Shape;500;p27"/>
              <p:cNvGrpSpPr/>
              <p:nvPr/>
            </p:nvGrpSpPr>
            <p:grpSpPr>
              <a:xfrm>
                <a:off x="5382151" y="822110"/>
                <a:ext cx="187974" cy="130800"/>
                <a:chOff x="4804925" y="764100"/>
                <a:chExt cx="187974" cy="130800"/>
              </a:xfrm>
            </p:grpSpPr>
            <p:sp>
              <p:nvSpPr>
                <p:cNvPr id="501" name="Google Shape;50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2" name="Google Shape;50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03" name="Google Shape;503;p27"/>
              <p:cNvGrpSpPr/>
              <p:nvPr/>
            </p:nvGrpSpPr>
            <p:grpSpPr>
              <a:xfrm>
                <a:off x="5382151" y="1233968"/>
                <a:ext cx="187974" cy="130800"/>
                <a:chOff x="4804925" y="764100"/>
                <a:chExt cx="187974" cy="130800"/>
              </a:xfrm>
            </p:grpSpPr>
            <p:sp>
              <p:nvSpPr>
                <p:cNvPr id="504" name="Google Shape;50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5" name="Google Shape;50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06" name="Google Shape;506;p27"/>
            <p:cNvGrpSpPr/>
            <p:nvPr/>
          </p:nvGrpSpPr>
          <p:grpSpPr>
            <a:xfrm>
              <a:off x="5380497" y="1678500"/>
              <a:ext cx="189628" cy="981668"/>
              <a:chOff x="5380497" y="383100"/>
              <a:chExt cx="189628" cy="981668"/>
            </a:xfrm>
          </p:grpSpPr>
          <p:grpSp>
            <p:nvGrpSpPr>
              <p:cNvPr id="507" name="Google Shape;507;p27"/>
              <p:cNvGrpSpPr/>
              <p:nvPr/>
            </p:nvGrpSpPr>
            <p:grpSpPr>
              <a:xfrm>
                <a:off x="5380497" y="383100"/>
                <a:ext cx="187974" cy="130800"/>
                <a:chOff x="4804925" y="764100"/>
                <a:chExt cx="187974" cy="130800"/>
              </a:xfrm>
            </p:grpSpPr>
            <p:sp>
              <p:nvSpPr>
                <p:cNvPr id="508" name="Google Shape;50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9" name="Google Shape;50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10" name="Google Shape;510;p27"/>
              <p:cNvGrpSpPr/>
              <p:nvPr/>
            </p:nvGrpSpPr>
            <p:grpSpPr>
              <a:xfrm>
                <a:off x="5382151" y="822110"/>
                <a:ext cx="187974" cy="130800"/>
                <a:chOff x="4804925" y="764100"/>
                <a:chExt cx="187974" cy="130800"/>
              </a:xfrm>
            </p:grpSpPr>
            <p:sp>
              <p:nvSpPr>
                <p:cNvPr id="511" name="Google Shape;51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2" name="Google Shape;51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13" name="Google Shape;513;p27"/>
              <p:cNvGrpSpPr/>
              <p:nvPr/>
            </p:nvGrpSpPr>
            <p:grpSpPr>
              <a:xfrm>
                <a:off x="5382151" y="1233968"/>
                <a:ext cx="187974" cy="130800"/>
                <a:chOff x="4804925" y="764100"/>
                <a:chExt cx="187974" cy="130800"/>
              </a:xfrm>
            </p:grpSpPr>
            <p:sp>
              <p:nvSpPr>
                <p:cNvPr id="514" name="Google Shape;51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5" name="Google Shape;51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16" name="Google Shape;516;p27"/>
            <p:cNvGrpSpPr/>
            <p:nvPr/>
          </p:nvGrpSpPr>
          <p:grpSpPr>
            <a:xfrm>
              <a:off x="5380497" y="2973900"/>
              <a:ext cx="189628" cy="981668"/>
              <a:chOff x="5380497" y="383100"/>
              <a:chExt cx="189628" cy="981668"/>
            </a:xfrm>
          </p:grpSpPr>
          <p:grpSp>
            <p:nvGrpSpPr>
              <p:cNvPr id="517" name="Google Shape;517;p27"/>
              <p:cNvGrpSpPr/>
              <p:nvPr/>
            </p:nvGrpSpPr>
            <p:grpSpPr>
              <a:xfrm>
                <a:off x="5380497" y="383100"/>
                <a:ext cx="187974" cy="130800"/>
                <a:chOff x="4804925" y="764100"/>
                <a:chExt cx="187974" cy="130800"/>
              </a:xfrm>
            </p:grpSpPr>
            <p:sp>
              <p:nvSpPr>
                <p:cNvPr id="518" name="Google Shape;51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9" name="Google Shape;51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20" name="Google Shape;520;p27"/>
              <p:cNvGrpSpPr/>
              <p:nvPr/>
            </p:nvGrpSpPr>
            <p:grpSpPr>
              <a:xfrm>
                <a:off x="5382151" y="822110"/>
                <a:ext cx="187974" cy="130800"/>
                <a:chOff x="4804925" y="764100"/>
                <a:chExt cx="187974" cy="130800"/>
              </a:xfrm>
            </p:grpSpPr>
            <p:sp>
              <p:nvSpPr>
                <p:cNvPr id="521" name="Google Shape;52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2" name="Google Shape;52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23" name="Google Shape;523;p27"/>
              <p:cNvGrpSpPr/>
              <p:nvPr/>
            </p:nvGrpSpPr>
            <p:grpSpPr>
              <a:xfrm>
                <a:off x="5382151" y="1233968"/>
                <a:ext cx="187974" cy="130800"/>
                <a:chOff x="4804925" y="764100"/>
                <a:chExt cx="187974" cy="130800"/>
              </a:xfrm>
            </p:grpSpPr>
            <p:sp>
              <p:nvSpPr>
                <p:cNvPr id="524" name="Google Shape;52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5" name="Google Shape;52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26" name="Google Shape;526;p27"/>
            <p:cNvGrpSpPr/>
            <p:nvPr/>
          </p:nvGrpSpPr>
          <p:grpSpPr>
            <a:xfrm>
              <a:off x="5380497" y="4269300"/>
              <a:ext cx="189628" cy="569810"/>
              <a:chOff x="5380497" y="383100"/>
              <a:chExt cx="189628" cy="569810"/>
            </a:xfrm>
          </p:grpSpPr>
          <p:grpSp>
            <p:nvGrpSpPr>
              <p:cNvPr id="527" name="Google Shape;527;p27"/>
              <p:cNvGrpSpPr/>
              <p:nvPr/>
            </p:nvGrpSpPr>
            <p:grpSpPr>
              <a:xfrm>
                <a:off x="5380497" y="383100"/>
                <a:ext cx="187974" cy="130800"/>
                <a:chOff x="4804925" y="764100"/>
                <a:chExt cx="187974" cy="130800"/>
              </a:xfrm>
            </p:grpSpPr>
            <p:sp>
              <p:nvSpPr>
                <p:cNvPr id="528" name="Google Shape;52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9" name="Google Shape;52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30" name="Google Shape;530;p27"/>
              <p:cNvGrpSpPr/>
              <p:nvPr/>
            </p:nvGrpSpPr>
            <p:grpSpPr>
              <a:xfrm>
                <a:off x="5382151" y="822110"/>
                <a:ext cx="187974" cy="130800"/>
                <a:chOff x="4804925" y="764100"/>
                <a:chExt cx="187974" cy="130800"/>
              </a:xfrm>
            </p:grpSpPr>
            <p:sp>
              <p:nvSpPr>
                <p:cNvPr id="531" name="Google Shape;53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32" name="Google Shape;53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533" name="Google Shape;533;p27"/>
          <p:cNvSpPr txBox="1"/>
          <p:nvPr>
            <p:ph idx="1" type="body"/>
          </p:nvPr>
        </p:nvSpPr>
        <p:spPr>
          <a:xfrm>
            <a:off x="5586600" y="641275"/>
            <a:ext cx="2627700" cy="3119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000">
                <a:latin typeface="Manrope Medium"/>
                <a:ea typeface="Manrope Medium"/>
                <a:cs typeface="Manrope Medium"/>
                <a:sym typeface="Manrope Medium"/>
              </a:defRPr>
            </a:lvl1pPr>
            <a:lvl2pPr indent="-317500" lvl="1" marL="914400">
              <a:spcBef>
                <a:spcPts val="0"/>
              </a:spcBef>
              <a:spcAft>
                <a:spcPts val="0"/>
              </a:spcAft>
              <a:buClr>
                <a:schemeClr val="lt1"/>
              </a:buClr>
              <a:buSzPts val="1400"/>
              <a:buChar char="○"/>
              <a:defRPr sz="1000">
                <a:latin typeface="Manrope Medium"/>
                <a:ea typeface="Manrope Medium"/>
                <a:cs typeface="Manrope Medium"/>
                <a:sym typeface="Manrope Medium"/>
              </a:defRPr>
            </a:lvl2pPr>
            <a:lvl3pPr indent="-317500" lvl="2" marL="1371600">
              <a:spcBef>
                <a:spcPts val="0"/>
              </a:spcBef>
              <a:spcAft>
                <a:spcPts val="0"/>
              </a:spcAft>
              <a:buClr>
                <a:schemeClr val="lt1"/>
              </a:buClr>
              <a:buSzPts val="1400"/>
              <a:buChar char="■"/>
              <a:defRPr sz="1000">
                <a:latin typeface="Manrope Medium"/>
                <a:ea typeface="Manrope Medium"/>
                <a:cs typeface="Manrope Medium"/>
                <a:sym typeface="Manrope Medium"/>
              </a:defRPr>
            </a:lvl3pPr>
            <a:lvl4pPr indent="-317500" lvl="3" marL="1828800">
              <a:spcBef>
                <a:spcPts val="0"/>
              </a:spcBef>
              <a:spcAft>
                <a:spcPts val="0"/>
              </a:spcAft>
              <a:buClr>
                <a:schemeClr val="lt1"/>
              </a:buClr>
              <a:buSzPts val="1400"/>
              <a:buChar char="●"/>
              <a:defRPr sz="1000">
                <a:latin typeface="Manrope Medium"/>
                <a:ea typeface="Manrope Medium"/>
                <a:cs typeface="Manrope Medium"/>
                <a:sym typeface="Manrope Medium"/>
              </a:defRPr>
            </a:lvl4pPr>
            <a:lvl5pPr indent="-317500" lvl="4" marL="2286000">
              <a:spcBef>
                <a:spcPts val="0"/>
              </a:spcBef>
              <a:spcAft>
                <a:spcPts val="0"/>
              </a:spcAft>
              <a:buClr>
                <a:schemeClr val="lt1"/>
              </a:buClr>
              <a:buSzPts val="1400"/>
              <a:buChar char="○"/>
              <a:defRPr sz="1000">
                <a:latin typeface="Manrope Medium"/>
                <a:ea typeface="Manrope Medium"/>
                <a:cs typeface="Manrope Medium"/>
                <a:sym typeface="Manrope Medium"/>
              </a:defRPr>
            </a:lvl5pPr>
            <a:lvl6pPr indent="-317500" lvl="5" marL="2743200">
              <a:spcBef>
                <a:spcPts val="0"/>
              </a:spcBef>
              <a:spcAft>
                <a:spcPts val="0"/>
              </a:spcAft>
              <a:buClr>
                <a:schemeClr val="lt1"/>
              </a:buClr>
              <a:buSzPts val="1400"/>
              <a:buChar char="■"/>
              <a:defRPr sz="1000">
                <a:latin typeface="Manrope Medium"/>
                <a:ea typeface="Manrope Medium"/>
                <a:cs typeface="Manrope Medium"/>
                <a:sym typeface="Manrope Medium"/>
              </a:defRPr>
            </a:lvl6pPr>
            <a:lvl7pPr indent="-317500" lvl="6" marL="3200400">
              <a:spcBef>
                <a:spcPts val="0"/>
              </a:spcBef>
              <a:spcAft>
                <a:spcPts val="0"/>
              </a:spcAft>
              <a:buClr>
                <a:schemeClr val="lt1"/>
              </a:buClr>
              <a:buSzPts val="1400"/>
              <a:buChar char="●"/>
              <a:defRPr sz="1000">
                <a:latin typeface="Manrope Medium"/>
                <a:ea typeface="Manrope Medium"/>
                <a:cs typeface="Manrope Medium"/>
                <a:sym typeface="Manrope Medium"/>
              </a:defRPr>
            </a:lvl7pPr>
            <a:lvl8pPr indent="-317500" lvl="7" marL="3657600">
              <a:spcBef>
                <a:spcPts val="0"/>
              </a:spcBef>
              <a:spcAft>
                <a:spcPts val="0"/>
              </a:spcAft>
              <a:buSzPts val="1400"/>
              <a:buChar char="○"/>
              <a:defRPr sz="1000">
                <a:latin typeface="Manrope Medium"/>
                <a:ea typeface="Manrope Medium"/>
                <a:cs typeface="Manrope Medium"/>
                <a:sym typeface="Manrope Medium"/>
              </a:defRPr>
            </a:lvl8pPr>
            <a:lvl9pPr indent="-317500" lvl="8" marL="4114800">
              <a:spcBef>
                <a:spcPts val="0"/>
              </a:spcBef>
              <a:spcAft>
                <a:spcPts val="0"/>
              </a:spcAft>
              <a:buClr>
                <a:schemeClr val="lt1"/>
              </a:buClr>
              <a:buSzPts val="1400"/>
              <a:buChar char="■"/>
              <a:defRPr sz="1000">
                <a:latin typeface="Manrope Medium"/>
                <a:ea typeface="Manrope Medium"/>
                <a:cs typeface="Manrope Medium"/>
                <a:sym typeface="Manrope Medium"/>
              </a:defRPr>
            </a:lvl9pPr>
          </a:lstStyle>
          <a:p/>
        </p:txBody>
      </p:sp>
      <p:sp>
        <p:nvSpPr>
          <p:cNvPr id="534" name="Google Shape;534;p27"/>
          <p:cNvSpPr txBox="1"/>
          <p:nvPr>
            <p:ph type="title"/>
          </p:nvPr>
        </p:nvSpPr>
        <p:spPr>
          <a:xfrm>
            <a:off x="521275" y="525800"/>
            <a:ext cx="20949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Notes ">
  <p:cSld name="CUSTOM_2">
    <p:spTree>
      <p:nvGrpSpPr>
        <p:cNvPr id="535" name="Shape 535"/>
        <p:cNvGrpSpPr/>
        <p:nvPr/>
      </p:nvGrpSpPr>
      <p:grpSpPr>
        <a:xfrm>
          <a:off x="0" y="0"/>
          <a:ext cx="0" cy="0"/>
          <a:chOff x="0" y="0"/>
          <a:chExt cx="0" cy="0"/>
        </a:xfrm>
      </p:grpSpPr>
      <p:grpSp>
        <p:nvGrpSpPr>
          <p:cNvPr id="536" name="Google Shape;536;p28"/>
          <p:cNvGrpSpPr/>
          <p:nvPr/>
        </p:nvGrpSpPr>
        <p:grpSpPr>
          <a:xfrm>
            <a:off x="0" y="-6300"/>
            <a:ext cx="9162087" cy="5150040"/>
            <a:chOff x="11751" y="-6300"/>
            <a:chExt cx="9190577" cy="5150040"/>
          </a:xfrm>
        </p:grpSpPr>
        <p:grpSp>
          <p:nvGrpSpPr>
            <p:cNvPr id="537" name="Google Shape;537;p28"/>
            <p:cNvGrpSpPr/>
            <p:nvPr/>
          </p:nvGrpSpPr>
          <p:grpSpPr>
            <a:xfrm>
              <a:off x="11751" y="-6300"/>
              <a:ext cx="4777902" cy="2703033"/>
              <a:chOff x="11750" y="-6290"/>
              <a:chExt cx="9125100" cy="5162400"/>
            </a:xfrm>
          </p:grpSpPr>
          <p:cxnSp>
            <p:nvCxnSpPr>
              <p:cNvPr id="538" name="Google Shape;538;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39" name="Google Shape;539;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0" name="Google Shape;540;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1" name="Google Shape;541;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2" name="Google Shape;542;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3" name="Google Shape;543;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4" name="Google Shape;544;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5" name="Google Shape;545;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6" name="Google Shape;546;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7" name="Google Shape;547;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8" name="Google Shape;548;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9" name="Google Shape;549;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50" name="Google Shape;550;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1" name="Google Shape;551;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2" name="Google Shape;552;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3" name="Google Shape;553;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4" name="Google Shape;554;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5" name="Google Shape;555;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6" name="Google Shape;556;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7" name="Google Shape;557;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8" name="Google Shape;558;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9" name="Google Shape;559;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60" name="Google Shape;560;p28"/>
            <p:cNvGrpSpPr/>
            <p:nvPr/>
          </p:nvGrpSpPr>
          <p:grpSpPr>
            <a:xfrm>
              <a:off x="11751" y="2440707"/>
              <a:ext cx="4777902" cy="2703033"/>
              <a:chOff x="11750" y="-6290"/>
              <a:chExt cx="9125100" cy="5162400"/>
            </a:xfrm>
          </p:grpSpPr>
          <p:cxnSp>
            <p:nvCxnSpPr>
              <p:cNvPr id="561" name="Google Shape;561;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2" name="Google Shape;562;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3" name="Google Shape;563;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4" name="Google Shape;564;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5" name="Google Shape;565;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6" name="Google Shape;566;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7" name="Google Shape;567;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8" name="Google Shape;568;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9" name="Google Shape;569;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0" name="Google Shape;570;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1" name="Google Shape;571;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2" name="Google Shape;572;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3" name="Google Shape;573;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4" name="Google Shape;574;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5" name="Google Shape;575;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6" name="Google Shape;576;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7" name="Google Shape;577;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8" name="Google Shape;578;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9" name="Google Shape;579;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0" name="Google Shape;580;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1" name="Google Shape;581;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2" name="Google Shape;582;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83" name="Google Shape;583;p28"/>
            <p:cNvGrpSpPr/>
            <p:nvPr/>
          </p:nvGrpSpPr>
          <p:grpSpPr>
            <a:xfrm>
              <a:off x="4424426" y="-6300"/>
              <a:ext cx="4777902" cy="2703033"/>
              <a:chOff x="11750" y="-6290"/>
              <a:chExt cx="9125100" cy="5162400"/>
            </a:xfrm>
          </p:grpSpPr>
          <p:cxnSp>
            <p:nvCxnSpPr>
              <p:cNvPr id="584" name="Google Shape;584;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5" name="Google Shape;585;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6" name="Google Shape;586;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7" name="Google Shape;587;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8" name="Google Shape;588;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9" name="Google Shape;589;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0" name="Google Shape;590;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1" name="Google Shape;591;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2" name="Google Shape;592;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3" name="Google Shape;593;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4" name="Google Shape;594;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5" name="Google Shape;595;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6" name="Google Shape;596;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7" name="Google Shape;597;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8" name="Google Shape;598;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9" name="Google Shape;599;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0" name="Google Shape;600;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1" name="Google Shape;601;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2" name="Google Shape;602;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3" name="Google Shape;603;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4" name="Google Shape;604;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5" name="Google Shape;605;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606" name="Google Shape;606;p28"/>
            <p:cNvGrpSpPr/>
            <p:nvPr/>
          </p:nvGrpSpPr>
          <p:grpSpPr>
            <a:xfrm>
              <a:off x="4424426" y="2440707"/>
              <a:ext cx="4777902" cy="2703033"/>
              <a:chOff x="11750" y="-6290"/>
              <a:chExt cx="9125100" cy="5162400"/>
            </a:xfrm>
          </p:grpSpPr>
          <p:cxnSp>
            <p:nvCxnSpPr>
              <p:cNvPr id="607" name="Google Shape;607;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8" name="Google Shape;608;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9" name="Google Shape;609;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0" name="Google Shape;610;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1" name="Google Shape;611;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2" name="Google Shape;612;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3" name="Google Shape;613;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4" name="Google Shape;614;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5" name="Google Shape;615;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6" name="Google Shape;616;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7" name="Google Shape;617;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8" name="Google Shape;618;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9" name="Google Shape;619;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0" name="Google Shape;620;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1" name="Google Shape;621;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2" name="Google Shape;622;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3" name="Google Shape;623;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4" name="Google Shape;624;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5" name="Google Shape;625;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6" name="Google Shape;626;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7" name="Google Shape;627;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8" name="Google Shape;628;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629" name="Google Shape;629;p28"/>
          <p:cNvSpPr txBox="1"/>
          <p:nvPr>
            <p:ph type="title"/>
          </p:nvPr>
        </p:nvSpPr>
        <p:spPr>
          <a:xfrm>
            <a:off x="532800" y="1269600"/>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3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0" name="Google Shape;630;p28"/>
          <p:cNvSpPr txBox="1"/>
          <p:nvPr>
            <p:ph idx="1" type="subTitle"/>
          </p:nvPr>
        </p:nvSpPr>
        <p:spPr>
          <a:xfrm>
            <a:off x="520800" y="1711450"/>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1" name="Google Shape;631;p28"/>
          <p:cNvSpPr txBox="1"/>
          <p:nvPr>
            <p:ph idx="2" type="subTitle"/>
          </p:nvPr>
        </p:nvSpPr>
        <p:spPr>
          <a:xfrm>
            <a:off x="531875" y="2928325"/>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2" name="Google Shape;632;p28"/>
          <p:cNvSpPr txBox="1"/>
          <p:nvPr>
            <p:ph idx="3" type="title"/>
          </p:nvPr>
        </p:nvSpPr>
        <p:spPr>
          <a:xfrm rot="139861">
            <a:off x="3291201" y="1217875"/>
            <a:ext cx="2618467" cy="472890"/>
          </a:xfrm>
          <a:prstGeom prst="rect">
            <a:avLst/>
          </a:prstGeom>
        </p:spPr>
        <p:txBody>
          <a:bodyPr anchorCtr="0" anchor="ctr" bIns="91425" lIns="182875" spcFirstLastPara="1" rIns="91425" wrap="square" tIns="91425">
            <a:sp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3" name="Google Shape;633;p28"/>
          <p:cNvSpPr txBox="1"/>
          <p:nvPr>
            <p:ph idx="4" type="subTitle"/>
          </p:nvPr>
        </p:nvSpPr>
        <p:spPr>
          <a:xfrm rot="139761">
            <a:off x="3245632" y="1659003"/>
            <a:ext cx="2642483" cy="1240624"/>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4" name="Google Shape;634;p28"/>
          <p:cNvSpPr txBox="1"/>
          <p:nvPr>
            <p:ph idx="5" type="subTitle"/>
          </p:nvPr>
        </p:nvSpPr>
        <p:spPr>
          <a:xfrm rot="139861">
            <a:off x="3224189" y="2875212"/>
            <a:ext cx="2618467" cy="395132"/>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5" name="Google Shape;635;p28"/>
          <p:cNvSpPr txBox="1"/>
          <p:nvPr>
            <p:ph idx="6" type="title"/>
          </p:nvPr>
        </p:nvSpPr>
        <p:spPr>
          <a:xfrm>
            <a:off x="5994100" y="1252413"/>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6" name="Google Shape;636;p28"/>
          <p:cNvSpPr txBox="1"/>
          <p:nvPr>
            <p:ph idx="7" type="subTitle"/>
          </p:nvPr>
        </p:nvSpPr>
        <p:spPr>
          <a:xfrm>
            <a:off x="5982100" y="1694263"/>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7" name="Google Shape;637;p28"/>
          <p:cNvSpPr txBox="1"/>
          <p:nvPr>
            <p:ph idx="8" type="subTitle"/>
          </p:nvPr>
        </p:nvSpPr>
        <p:spPr>
          <a:xfrm>
            <a:off x="5993175" y="2911138"/>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8" name="Google Shape;638;p28"/>
          <p:cNvSpPr txBox="1"/>
          <p:nvPr>
            <p:ph idx="9" type="subTitle"/>
          </p:nvPr>
        </p:nvSpPr>
        <p:spPr>
          <a:xfrm>
            <a:off x="3254000" y="3461675"/>
            <a:ext cx="25293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300"/>
              <a:buFont typeface="Arial"/>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9" name="Google Shape;639;p28"/>
          <p:cNvSpPr txBox="1"/>
          <p:nvPr>
            <p:ph idx="13" type="subTitle"/>
          </p:nvPr>
        </p:nvSpPr>
        <p:spPr>
          <a:xfrm>
            <a:off x="3254000" y="384047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0" name="Google Shape;640;p28"/>
          <p:cNvSpPr txBox="1"/>
          <p:nvPr>
            <p:ph idx="14" type="subTitle"/>
          </p:nvPr>
        </p:nvSpPr>
        <p:spPr>
          <a:xfrm rot="-143344">
            <a:off x="503564" y="3472782"/>
            <a:ext cx="2526096" cy="935014"/>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1" name="Google Shape;641;p28"/>
          <p:cNvSpPr txBox="1"/>
          <p:nvPr>
            <p:ph idx="15" type="subTitle"/>
          </p:nvPr>
        </p:nvSpPr>
        <p:spPr>
          <a:xfrm rot="-143157">
            <a:off x="515751" y="3848927"/>
            <a:ext cx="2644693" cy="761165"/>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2" name="Google Shape;642;p28"/>
          <p:cNvSpPr txBox="1"/>
          <p:nvPr>
            <p:ph idx="16" type="subTitle"/>
          </p:nvPr>
        </p:nvSpPr>
        <p:spPr>
          <a:xfrm>
            <a:off x="5975950" y="3457125"/>
            <a:ext cx="25068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3" name="Google Shape;643;p28"/>
          <p:cNvSpPr txBox="1"/>
          <p:nvPr>
            <p:ph idx="17" type="subTitle"/>
          </p:nvPr>
        </p:nvSpPr>
        <p:spPr>
          <a:xfrm>
            <a:off x="5975950" y="383592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title and Note">
  <p:cSld name="CUSTOM_1_1_2_2">
    <p:spTree>
      <p:nvGrpSpPr>
        <p:cNvPr id="644" name="Shape 644"/>
        <p:cNvGrpSpPr/>
        <p:nvPr/>
      </p:nvGrpSpPr>
      <p:grpSpPr>
        <a:xfrm>
          <a:off x="0" y="0"/>
          <a:ext cx="0" cy="0"/>
          <a:chOff x="0" y="0"/>
          <a:chExt cx="0" cy="0"/>
        </a:xfrm>
      </p:grpSpPr>
      <p:sp>
        <p:nvSpPr>
          <p:cNvPr id="645" name="Google Shape;645;p29"/>
          <p:cNvSpPr txBox="1"/>
          <p:nvPr>
            <p:ph idx="1" type="body"/>
          </p:nvPr>
        </p:nvSpPr>
        <p:spPr>
          <a:xfrm>
            <a:off x="509725" y="1130288"/>
            <a:ext cx="4174800" cy="33540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304800" lvl="1" marL="914400">
              <a:spcBef>
                <a:spcPts val="0"/>
              </a:spcBef>
              <a:spcAft>
                <a:spcPts val="0"/>
              </a:spcAft>
              <a:buSzPts val="1200"/>
              <a:buFont typeface="Manrope"/>
              <a:buChar char="○"/>
              <a:defRPr/>
            </a:lvl2pPr>
            <a:lvl3pPr indent="-304800" lvl="2" marL="1371600">
              <a:spcBef>
                <a:spcPts val="0"/>
              </a:spcBef>
              <a:spcAft>
                <a:spcPts val="0"/>
              </a:spcAft>
              <a:buSzPts val="1200"/>
              <a:buFont typeface="Manrope"/>
              <a:buChar char="■"/>
              <a:defRPr/>
            </a:lvl3pPr>
            <a:lvl4pPr indent="-304800" lvl="3" marL="1828800">
              <a:spcBef>
                <a:spcPts val="0"/>
              </a:spcBef>
              <a:spcAft>
                <a:spcPts val="0"/>
              </a:spcAft>
              <a:buSzPts val="1200"/>
              <a:buFont typeface="Manrope"/>
              <a:buChar char="●"/>
              <a:defRPr/>
            </a:lvl4pPr>
            <a:lvl5pPr indent="-304800" lvl="4" marL="2286000">
              <a:spcBef>
                <a:spcPts val="0"/>
              </a:spcBef>
              <a:spcAft>
                <a:spcPts val="0"/>
              </a:spcAft>
              <a:buSzPts val="1200"/>
              <a:buFont typeface="Manrope"/>
              <a:buChar char="○"/>
              <a:defRPr/>
            </a:lvl5pPr>
            <a:lvl6pPr indent="-304800" lvl="5" marL="2743200">
              <a:spcBef>
                <a:spcPts val="0"/>
              </a:spcBef>
              <a:spcAft>
                <a:spcPts val="0"/>
              </a:spcAft>
              <a:buSzPts val="1200"/>
              <a:buFont typeface="Manrope"/>
              <a:buChar char="■"/>
              <a:defRPr/>
            </a:lvl6pPr>
            <a:lvl7pPr indent="-304800" lvl="6" marL="3200400">
              <a:spcBef>
                <a:spcPts val="0"/>
              </a:spcBef>
              <a:spcAft>
                <a:spcPts val="0"/>
              </a:spcAft>
              <a:buSzPts val="1200"/>
              <a:buFont typeface="Manrope"/>
              <a:buChar char="●"/>
              <a:defRPr/>
            </a:lvl7pPr>
            <a:lvl8pPr indent="-304800" lvl="7" marL="3657600">
              <a:spcBef>
                <a:spcPts val="0"/>
              </a:spcBef>
              <a:spcAft>
                <a:spcPts val="0"/>
              </a:spcAft>
              <a:buSzPts val="1200"/>
              <a:buFont typeface="Manrope"/>
              <a:buChar char="○"/>
              <a:defRPr/>
            </a:lvl8pPr>
            <a:lvl9pPr indent="-304800" lvl="8" marL="4114800">
              <a:spcBef>
                <a:spcPts val="0"/>
              </a:spcBef>
              <a:spcAft>
                <a:spcPts val="0"/>
              </a:spcAft>
              <a:buSzPts val="1200"/>
              <a:buFont typeface="Manrope"/>
              <a:buChar char="■"/>
              <a:defRPr/>
            </a:lvl9pPr>
          </a:lstStyle>
          <a:p/>
        </p:txBody>
      </p:sp>
      <p:cxnSp>
        <p:nvCxnSpPr>
          <p:cNvPr id="646" name="Google Shape;646;p29"/>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7" name="Google Shape;647;p29"/>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8" name="Google Shape;648;p29"/>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9" name="Google Shape;649;p29"/>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0" name="Google Shape;650;p29"/>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1" name="Google Shape;651;p29"/>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2" name="Google Shape;652;p29"/>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3" name="Google Shape;653;p29"/>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4" name="Google Shape;654;p29"/>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5" name="Google Shape;655;p29"/>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6" name="Google Shape;656;p29"/>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sp>
        <p:nvSpPr>
          <p:cNvPr id="657" name="Google Shape;657;p29"/>
          <p:cNvSpPr txBox="1"/>
          <p:nvPr>
            <p:ph type="title"/>
          </p:nvPr>
        </p:nvSpPr>
        <p:spPr>
          <a:xfrm>
            <a:off x="509725" y="525800"/>
            <a:ext cx="4785900" cy="600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58" name="Google Shape;658;p29"/>
          <p:cNvSpPr txBox="1"/>
          <p:nvPr>
            <p:ph idx="2" type="subTitle"/>
          </p:nvPr>
        </p:nvSpPr>
        <p:spPr>
          <a:xfrm rot="-182546">
            <a:off x="5376031" y="2587214"/>
            <a:ext cx="3108782" cy="501711"/>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9" name="Google Shape;659;p29"/>
          <p:cNvSpPr txBox="1"/>
          <p:nvPr>
            <p:ph idx="3" type="subTitle"/>
          </p:nvPr>
        </p:nvSpPr>
        <p:spPr>
          <a:xfrm rot="-182643">
            <a:off x="5853959" y="3074975"/>
            <a:ext cx="2977201" cy="1813059"/>
          </a:xfrm>
          <a:prstGeom prst="rect">
            <a:avLst/>
          </a:prstGeom>
        </p:spPr>
        <p:txBody>
          <a:bodyPr anchorCtr="0" anchor="t" bIns="91425" lIns="182875" spcFirstLastPara="1" rIns="91425" wrap="square" tIns="182875">
            <a:noAutofit/>
          </a:bodyPr>
          <a:lstStyle>
            <a:lvl1pPr lvl="0">
              <a:lnSpc>
                <a:spcPct val="100000"/>
              </a:lnSpc>
              <a:spcBef>
                <a:spcPts val="0"/>
              </a:spcBef>
              <a:spcAft>
                <a:spcPts val="0"/>
              </a:spcAft>
              <a:buSzPts val="12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6 Notes">
  <p:cSld name="CUSTOM_1_1_2_1">
    <p:spTree>
      <p:nvGrpSpPr>
        <p:cNvPr id="660" name="Shape 660"/>
        <p:cNvGrpSpPr/>
        <p:nvPr/>
      </p:nvGrpSpPr>
      <p:grpSpPr>
        <a:xfrm>
          <a:off x="0" y="0"/>
          <a:ext cx="0" cy="0"/>
          <a:chOff x="0" y="0"/>
          <a:chExt cx="0" cy="0"/>
        </a:xfrm>
      </p:grpSpPr>
      <p:sp>
        <p:nvSpPr>
          <p:cNvPr id="661" name="Google Shape;661;p30"/>
          <p:cNvSpPr txBox="1"/>
          <p:nvPr>
            <p:ph idx="1" type="subTitle"/>
          </p:nvPr>
        </p:nvSpPr>
        <p:spPr>
          <a:xfrm>
            <a:off x="267785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Font typeface="Arial"/>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2" name="Google Shape;662;p30"/>
          <p:cNvSpPr txBox="1"/>
          <p:nvPr>
            <p:ph type="title"/>
          </p:nvPr>
        </p:nvSpPr>
        <p:spPr>
          <a:xfrm>
            <a:off x="52780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63" name="Google Shape;663;p30"/>
          <p:cNvSpPr txBox="1"/>
          <p:nvPr>
            <p:ph idx="2" type="title"/>
          </p:nvPr>
        </p:nvSpPr>
        <p:spPr>
          <a:xfrm>
            <a:off x="75183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4" name="Google Shape;664;p30"/>
          <p:cNvSpPr txBox="1"/>
          <p:nvPr>
            <p:ph idx="3" type="title"/>
          </p:nvPr>
        </p:nvSpPr>
        <p:spPr>
          <a:xfrm>
            <a:off x="304517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5" name="Google Shape;665;p30"/>
          <p:cNvSpPr txBox="1"/>
          <p:nvPr>
            <p:ph idx="4" type="title"/>
          </p:nvPr>
        </p:nvSpPr>
        <p:spPr>
          <a:xfrm>
            <a:off x="52706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6" name="Google Shape;666;p30"/>
          <p:cNvSpPr txBox="1"/>
          <p:nvPr>
            <p:ph idx="5" type="title"/>
          </p:nvPr>
        </p:nvSpPr>
        <p:spPr>
          <a:xfrm>
            <a:off x="75109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7" name="Google Shape;667;p30"/>
          <p:cNvSpPr txBox="1"/>
          <p:nvPr>
            <p:ph idx="6" type="title"/>
          </p:nvPr>
        </p:nvSpPr>
        <p:spPr>
          <a:xfrm>
            <a:off x="521275" y="525800"/>
            <a:ext cx="18975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8" name="Google Shape;668;p30"/>
          <p:cNvSpPr/>
          <p:nvPr/>
        </p:nvSpPr>
        <p:spPr>
          <a:xfrm>
            <a:off x="673550" y="3164224"/>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69" name="Google Shape;669;p30"/>
          <p:cNvSpPr/>
          <p:nvPr/>
        </p:nvSpPr>
        <p:spPr>
          <a:xfrm>
            <a:off x="673550" y="3413020"/>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0" name="Google Shape;670;p30"/>
          <p:cNvSpPr/>
          <p:nvPr/>
        </p:nvSpPr>
        <p:spPr>
          <a:xfrm>
            <a:off x="673550" y="366181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1" name="Google Shape;671;p30"/>
          <p:cNvSpPr/>
          <p:nvPr/>
        </p:nvSpPr>
        <p:spPr>
          <a:xfrm>
            <a:off x="673550" y="391062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2" name="Google Shape;672;p30"/>
          <p:cNvSpPr/>
          <p:nvPr/>
        </p:nvSpPr>
        <p:spPr>
          <a:xfrm>
            <a:off x="673550" y="4159422"/>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3" name="Google Shape;673;p30"/>
          <p:cNvSpPr/>
          <p:nvPr/>
        </p:nvSpPr>
        <p:spPr>
          <a:xfrm>
            <a:off x="673550" y="4408217"/>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grpSp>
        <p:nvGrpSpPr>
          <p:cNvPr id="674" name="Google Shape;674;p30"/>
          <p:cNvGrpSpPr/>
          <p:nvPr/>
        </p:nvGrpSpPr>
        <p:grpSpPr>
          <a:xfrm>
            <a:off x="666102" y="3359600"/>
            <a:ext cx="1540800" cy="1232286"/>
            <a:chOff x="666102" y="3359600"/>
            <a:chExt cx="1540800" cy="1232286"/>
          </a:xfrm>
        </p:grpSpPr>
        <p:cxnSp>
          <p:nvCxnSpPr>
            <p:cNvPr id="675" name="Google Shape;675;p30"/>
            <p:cNvCxnSpPr/>
            <p:nvPr/>
          </p:nvCxnSpPr>
          <p:spPr>
            <a:xfrm>
              <a:off x="666102" y="3359600"/>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6" name="Google Shape;676;p30"/>
            <p:cNvCxnSpPr/>
            <p:nvPr/>
          </p:nvCxnSpPr>
          <p:spPr>
            <a:xfrm>
              <a:off x="666102" y="360308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7" name="Google Shape;677;p30"/>
            <p:cNvCxnSpPr/>
            <p:nvPr/>
          </p:nvCxnSpPr>
          <p:spPr>
            <a:xfrm>
              <a:off x="666102" y="384656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8" name="Google Shape;678;p30"/>
            <p:cNvCxnSpPr/>
            <p:nvPr/>
          </p:nvCxnSpPr>
          <p:spPr>
            <a:xfrm>
              <a:off x="666102" y="4090042"/>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9" name="Google Shape;679;p30"/>
            <p:cNvCxnSpPr/>
            <p:nvPr/>
          </p:nvCxnSpPr>
          <p:spPr>
            <a:xfrm>
              <a:off x="666102" y="4340963"/>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80" name="Google Shape;680;p30"/>
            <p:cNvCxnSpPr/>
            <p:nvPr/>
          </p:nvCxnSpPr>
          <p:spPr>
            <a:xfrm>
              <a:off x="666102" y="4591886"/>
              <a:ext cx="1540800" cy="0"/>
            </a:xfrm>
            <a:prstGeom prst="straightConnector1">
              <a:avLst/>
            </a:prstGeom>
            <a:noFill/>
            <a:ln cap="flat" cmpd="sng" w="9525">
              <a:solidFill>
                <a:schemeClr val="accent5"/>
              </a:solidFill>
              <a:prstDash val="solid"/>
              <a:round/>
              <a:headEnd len="sm" w="sm" type="none"/>
              <a:tailEnd len="sm" w="sm" type="none"/>
            </a:ln>
          </p:spPr>
        </p:cxnSp>
      </p:grpSp>
      <p:cxnSp>
        <p:nvCxnSpPr>
          <p:cNvPr id="681" name="Google Shape;681;p30"/>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682" name="Google Shape;682;p30"/>
          <p:cNvGrpSpPr/>
          <p:nvPr/>
        </p:nvGrpSpPr>
        <p:grpSpPr>
          <a:xfrm>
            <a:off x="114406" y="175123"/>
            <a:ext cx="134104" cy="4750255"/>
            <a:chOff x="114406" y="175123"/>
            <a:chExt cx="134104" cy="4750255"/>
          </a:xfrm>
        </p:grpSpPr>
        <p:grpSp>
          <p:nvGrpSpPr>
            <p:cNvPr id="683" name="Google Shape;683;p30"/>
            <p:cNvGrpSpPr/>
            <p:nvPr/>
          </p:nvGrpSpPr>
          <p:grpSpPr>
            <a:xfrm>
              <a:off x="114406" y="175123"/>
              <a:ext cx="134104" cy="4334807"/>
              <a:chOff x="5432271" y="383100"/>
              <a:chExt cx="137854" cy="4456010"/>
            </a:xfrm>
          </p:grpSpPr>
          <p:grpSp>
            <p:nvGrpSpPr>
              <p:cNvPr id="684" name="Google Shape;684;p30"/>
              <p:cNvGrpSpPr/>
              <p:nvPr/>
            </p:nvGrpSpPr>
            <p:grpSpPr>
              <a:xfrm>
                <a:off x="5432271" y="383100"/>
                <a:ext cx="137854" cy="981668"/>
                <a:chOff x="5432271" y="383100"/>
                <a:chExt cx="137854" cy="981668"/>
              </a:xfrm>
            </p:grpSpPr>
            <p:sp>
              <p:nvSpPr>
                <p:cNvPr id="685" name="Google Shape;685;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6" name="Google Shape;686;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7" name="Google Shape;687;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88" name="Google Shape;688;p30"/>
              <p:cNvGrpSpPr/>
              <p:nvPr/>
            </p:nvGrpSpPr>
            <p:grpSpPr>
              <a:xfrm>
                <a:off x="5432271" y="1678500"/>
                <a:ext cx="137854" cy="981668"/>
                <a:chOff x="5432271" y="383100"/>
                <a:chExt cx="137854" cy="981668"/>
              </a:xfrm>
            </p:grpSpPr>
            <p:sp>
              <p:nvSpPr>
                <p:cNvPr id="689" name="Google Shape;689;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0" name="Google Shape;690;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1" name="Google Shape;691;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2" name="Google Shape;692;p30"/>
              <p:cNvGrpSpPr/>
              <p:nvPr/>
            </p:nvGrpSpPr>
            <p:grpSpPr>
              <a:xfrm>
                <a:off x="5432271" y="2973900"/>
                <a:ext cx="137854" cy="981668"/>
                <a:chOff x="5432271" y="383100"/>
                <a:chExt cx="137854" cy="981668"/>
              </a:xfrm>
            </p:grpSpPr>
            <p:sp>
              <p:nvSpPr>
                <p:cNvPr id="693" name="Google Shape;693;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4" name="Google Shape;694;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5" name="Google Shape;695;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6" name="Google Shape;696;p30"/>
              <p:cNvGrpSpPr/>
              <p:nvPr/>
            </p:nvGrpSpPr>
            <p:grpSpPr>
              <a:xfrm>
                <a:off x="5432271" y="4269300"/>
                <a:ext cx="137854" cy="569810"/>
                <a:chOff x="5432271" y="383100"/>
                <a:chExt cx="137854" cy="569810"/>
              </a:xfrm>
            </p:grpSpPr>
            <p:sp>
              <p:nvSpPr>
                <p:cNvPr id="697" name="Google Shape;697;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8" name="Google Shape;698;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699" name="Google Shape;699;p30"/>
            <p:cNvSpPr/>
            <p:nvPr/>
          </p:nvSpPr>
          <p:spPr>
            <a:xfrm>
              <a:off x="115150" y="4798178"/>
              <a:ext cx="132600" cy="127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700" name="Google Shape;700;p30"/>
          <p:cNvSpPr txBox="1"/>
          <p:nvPr>
            <p:ph idx="7" type="title"/>
          </p:nvPr>
        </p:nvSpPr>
        <p:spPr>
          <a:xfrm rot="-269417">
            <a:off x="593100" y="2197119"/>
            <a:ext cx="1597905" cy="680076"/>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200">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01" name="Google Shape;701;p30"/>
          <p:cNvSpPr txBox="1"/>
          <p:nvPr>
            <p:ph idx="8" type="title"/>
          </p:nvPr>
        </p:nvSpPr>
        <p:spPr>
          <a:xfrm>
            <a:off x="3052600" y="277788"/>
            <a:ext cx="1032000" cy="292200"/>
          </a:xfrm>
          <a:prstGeom prst="rect">
            <a:avLst/>
          </a:prstGeom>
          <a:solidFill>
            <a:schemeClr val="dk2"/>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702" name="Google Shape;702;p30"/>
          <p:cNvSpPr txBox="1"/>
          <p:nvPr>
            <p:ph idx="9" type="subTitle"/>
          </p:nvPr>
        </p:nvSpPr>
        <p:spPr>
          <a:xfrm>
            <a:off x="48660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3" name="Google Shape;703;p30"/>
          <p:cNvSpPr txBox="1"/>
          <p:nvPr>
            <p:ph idx="13" type="subTitle"/>
          </p:nvPr>
        </p:nvSpPr>
        <p:spPr>
          <a:xfrm>
            <a:off x="70856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4" name="Google Shape;704;p30"/>
          <p:cNvSpPr txBox="1"/>
          <p:nvPr>
            <p:ph idx="14" type="subTitle"/>
          </p:nvPr>
        </p:nvSpPr>
        <p:spPr>
          <a:xfrm>
            <a:off x="267785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30"/>
          <p:cNvSpPr txBox="1"/>
          <p:nvPr>
            <p:ph idx="15" type="subTitle"/>
          </p:nvPr>
        </p:nvSpPr>
        <p:spPr>
          <a:xfrm>
            <a:off x="48660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30"/>
          <p:cNvSpPr txBox="1"/>
          <p:nvPr>
            <p:ph idx="16" type="subTitle"/>
          </p:nvPr>
        </p:nvSpPr>
        <p:spPr>
          <a:xfrm>
            <a:off x="70856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2">
    <p:bg>
      <p:bgPr>
        <a:solidFill>
          <a:schemeClr val="lt2"/>
        </a:solidFill>
      </p:bgPr>
    </p:bg>
    <p:spTree>
      <p:nvGrpSpPr>
        <p:cNvPr id="707" name="Shape 707"/>
        <p:cNvGrpSpPr/>
        <p:nvPr/>
      </p:nvGrpSpPr>
      <p:grpSpPr>
        <a:xfrm>
          <a:off x="0" y="0"/>
          <a:ext cx="0" cy="0"/>
          <a:chOff x="0" y="0"/>
          <a:chExt cx="0" cy="0"/>
        </a:xfrm>
      </p:grpSpPr>
      <p:sp>
        <p:nvSpPr>
          <p:cNvPr id="708" name="Google Shape;708;p31"/>
          <p:cNvSpPr/>
          <p:nvPr/>
        </p:nvSpPr>
        <p:spPr>
          <a:xfrm>
            <a:off x="2341800" y="0"/>
            <a:ext cx="6802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09" name="Google Shape;709;p31"/>
          <p:cNvSpPr txBox="1"/>
          <p:nvPr>
            <p:ph idx="1" type="body"/>
          </p:nvPr>
        </p:nvSpPr>
        <p:spPr>
          <a:xfrm>
            <a:off x="2802500"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grpSp>
        <p:nvGrpSpPr>
          <p:cNvPr id="710" name="Google Shape;710;p31"/>
          <p:cNvGrpSpPr/>
          <p:nvPr/>
        </p:nvGrpSpPr>
        <p:grpSpPr>
          <a:xfrm rot="5400000">
            <a:off x="6680877" y="-2076119"/>
            <a:ext cx="184470" cy="4334807"/>
            <a:chOff x="5380497" y="383100"/>
            <a:chExt cx="189628" cy="4456010"/>
          </a:xfrm>
        </p:grpSpPr>
        <p:grpSp>
          <p:nvGrpSpPr>
            <p:cNvPr id="711" name="Google Shape;711;p31"/>
            <p:cNvGrpSpPr/>
            <p:nvPr/>
          </p:nvGrpSpPr>
          <p:grpSpPr>
            <a:xfrm>
              <a:off x="5380497" y="383100"/>
              <a:ext cx="189628" cy="981668"/>
              <a:chOff x="5380497" y="383100"/>
              <a:chExt cx="189628" cy="981668"/>
            </a:xfrm>
          </p:grpSpPr>
          <p:grpSp>
            <p:nvGrpSpPr>
              <p:cNvPr id="712" name="Google Shape;712;p31"/>
              <p:cNvGrpSpPr/>
              <p:nvPr/>
            </p:nvGrpSpPr>
            <p:grpSpPr>
              <a:xfrm>
                <a:off x="5380497" y="383100"/>
                <a:ext cx="187974" cy="130800"/>
                <a:chOff x="4804925" y="764100"/>
                <a:chExt cx="187974" cy="130800"/>
              </a:xfrm>
            </p:grpSpPr>
            <p:sp>
              <p:nvSpPr>
                <p:cNvPr id="713" name="Google Shape;71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4" name="Google Shape;71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5" name="Google Shape;715;p31"/>
              <p:cNvGrpSpPr/>
              <p:nvPr/>
            </p:nvGrpSpPr>
            <p:grpSpPr>
              <a:xfrm>
                <a:off x="5382151" y="822110"/>
                <a:ext cx="187974" cy="130800"/>
                <a:chOff x="4804925" y="764100"/>
                <a:chExt cx="187974" cy="130800"/>
              </a:xfrm>
            </p:grpSpPr>
            <p:sp>
              <p:nvSpPr>
                <p:cNvPr id="716" name="Google Shape;71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7" name="Google Shape;71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8" name="Google Shape;718;p31"/>
              <p:cNvGrpSpPr/>
              <p:nvPr/>
            </p:nvGrpSpPr>
            <p:grpSpPr>
              <a:xfrm>
                <a:off x="5382151" y="1233968"/>
                <a:ext cx="187974" cy="130800"/>
                <a:chOff x="4804925" y="764100"/>
                <a:chExt cx="187974" cy="130800"/>
              </a:xfrm>
            </p:grpSpPr>
            <p:sp>
              <p:nvSpPr>
                <p:cNvPr id="719" name="Google Shape;71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0" name="Google Shape;72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21" name="Google Shape;721;p31"/>
            <p:cNvGrpSpPr/>
            <p:nvPr/>
          </p:nvGrpSpPr>
          <p:grpSpPr>
            <a:xfrm>
              <a:off x="5380497" y="1678500"/>
              <a:ext cx="189628" cy="981668"/>
              <a:chOff x="5380497" y="383100"/>
              <a:chExt cx="189628" cy="981668"/>
            </a:xfrm>
          </p:grpSpPr>
          <p:grpSp>
            <p:nvGrpSpPr>
              <p:cNvPr id="722" name="Google Shape;722;p31"/>
              <p:cNvGrpSpPr/>
              <p:nvPr/>
            </p:nvGrpSpPr>
            <p:grpSpPr>
              <a:xfrm>
                <a:off x="5380497" y="383100"/>
                <a:ext cx="187974" cy="130800"/>
                <a:chOff x="4804925" y="764100"/>
                <a:chExt cx="187974" cy="130800"/>
              </a:xfrm>
            </p:grpSpPr>
            <p:sp>
              <p:nvSpPr>
                <p:cNvPr id="723" name="Google Shape;72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4" name="Google Shape;72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25" name="Google Shape;725;p31"/>
              <p:cNvGrpSpPr/>
              <p:nvPr/>
            </p:nvGrpSpPr>
            <p:grpSpPr>
              <a:xfrm>
                <a:off x="5382151" y="822110"/>
                <a:ext cx="187974" cy="130800"/>
                <a:chOff x="4804925" y="764100"/>
                <a:chExt cx="187974" cy="130800"/>
              </a:xfrm>
            </p:grpSpPr>
            <p:sp>
              <p:nvSpPr>
                <p:cNvPr id="726" name="Google Shape;72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7" name="Google Shape;72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28" name="Google Shape;728;p31"/>
              <p:cNvGrpSpPr/>
              <p:nvPr/>
            </p:nvGrpSpPr>
            <p:grpSpPr>
              <a:xfrm>
                <a:off x="5382151" y="1233968"/>
                <a:ext cx="187974" cy="130800"/>
                <a:chOff x="4804925" y="764100"/>
                <a:chExt cx="187974" cy="130800"/>
              </a:xfrm>
            </p:grpSpPr>
            <p:sp>
              <p:nvSpPr>
                <p:cNvPr id="729" name="Google Shape;72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0" name="Google Shape;73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31" name="Google Shape;731;p31"/>
            <p:cNvGrpSpPr/>
            <p:nvPr/>
          </p:nvGrpSpPr>
          <p:grpSpPr>
            <a:xfrm>
              <a:off x="5380497" y="2973900"/>
              <a:ext cx="189628" cy="981668"/>
              <a:chOff x="5380497" y="383100"/>
              <a:chExt cx="189628" cy="981668"/>
            </a:xfrm>
          </p:grpSpPr>
          <p:grpSp>
            <p:nvGrpSpPr>
              <p:cNvPr id="732" name="Google Shape;732;p31"/>
              <p:cNvGrpSpPr/>
              <p:nvPr/>
            </p:nvGrpSpPr>
            <p:grpSpPr>
              <a:xfrm>
                <a:off x="5380497" y="383100"/>
                <a:ext cx="187974" cy="130800"/>
                <a:chOff x="4804925" y="764100"/>
                <a:chExt cx="187974" cy="130800"/>
              </a:xfrm>
            </p:grpSpPr>
            <p:sp>
              <p:nvSpPr>
                <p:cNvPr id="733" name="Google Shape;73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4" name="Google Shape;73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35" name="Google Shape;735;p31"/>
              <p:cNvGrpSpPr/>
              <p:nvPr/>
            </p:nvGrpSpPr>
            <p:grpSpPr>
              <a:xfrm>
                <a:off x="5382151" y="822110"/>
                <a:ext cx="187974" cy="130800"/>
                <a:chOff x="4804925" y="764100"/>
                <a:chExt cx="187974" cy="130800"/>
              </a:xfrm>
            </p:grpSpPr>
            <p:sp>
              <p:nvSpPr>
                <p:cNvPr id="736" name="Google Shape;73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7" name="Google Shape;73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38" name="Google Shape;738;p31"/>
              <p:cNvGrpSpPr/>
              <p:nvPr/>
            </p:nvGrpSpPr>
            <p:grpSpPr>
              <a:xfrm>
                <a:off x="5382151" y="1233968"/>
                <a:ext cx="187974" cy="130800"/>
                <a:chOff x="4804925" y="764100"/>
                <a:chExt cx="187974" cy="130800"/>
              </a:xfrm>
            </p:grpSpPr>
            <p:sp>
              <p:nvSpPr>
                <p:cNvPr id="739" name="Google Shape;73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0" name="Google Shape;74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41" name="Google Shape;741;p31"/>
            <p:cNvGrpSpPr/>
            <p:nvPr/>
          </p:nvGrpSpPr>
          <p:grpSpPr>
            <a:xfrm>
              <a:off x="5380497" y="4269300"/>
              <a:ext cx="189628" cy="569810"/>
              <a:chOff x="5380497" y="383100"/>
              <a:chExt cx="189628" cy="569810"/>
            </a:xfrm>
          </p:grpSpPr>
          <p:grpSp>
            <p:nvGrpSpPr>
              <p:cNvPr id="742" name="Google Shape;742;p31"/>
              <p:cNvGrpSpPr/>
              <p:nvPr/>
            </p:nvGrpSpPr>
            <p:grpSpPr>
              <a:xfrm>
                <a:off x="5380497" y="383100"/>
                <a:ext cx="187974" cy="130800"/>
                <a:chOff x="4804925" y="764100"/>
                <a:chExt cx="187974" cy="130800"/>
              </a:xfrm>
            </p:grpSpPr>
            <p:sp>
              <p:nvSpPr>
                <p:cNvPr id="743" name="Google Shape;74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4" name="Google Shape;74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45" name="Google Shape;745;p31"/>
              <p:cNvGrpSpPr/>
              <p:nvPr/>
            </p:nvGrpSpPr>
            <p:grpSpPr>
              <a:xfrm>
                <a:off x="5382151" y="822110"/>
                <a:ext cx="187974" cy="130800"/>
                <a:chOff x="4804925" y="764100"/>
                <a:chExt cx="187974" cy="130800"/>
              </a:xfrm>
            </p:grpSpPr>
            <p:sp>
              <p:nvSpPr>
                <p:cNvPr id="746" name="Google Shape;74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7" name="Google Shape;74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748" name="Google Shape;748;p31"/>
          <p:cNvGrpSpPr/>
          <p:nvPr/>
        </p:nvGrpSpPr>
        <p:grpSpPr>
          <a:xfrm rot="5400000">
            <a:off x="3292843" y="-815956"/>
            <a:ext cx="184470" cy="1814476"/>
            <a:chOff x="5380497" y="383100"/>
            <a:chExt cx="189628" cy="1865210"/>
          </a:xfrm>
        </p:grpSpPr>
        <p:grpSp>
          <p:nvGrpSpPr>
            <p:cNvPr id="749" name="Google Shape;749;p31"/>
            <p:cNvGrpSpPr/>
            <p:nvPr/>
          </p:nvGrpSpPr>
          <p:grpSpPr>
            <a:xfrm>
              <a:off x="5380497" y="383100"/>
              <a:ext cx="189628" cy="981668"/>
              <a:chOff x="5380497" y="383100"/>
              <a:chExt cx="189628" cy="981668"/>
            </a:xfrm>
          </p:grpSpPr>
          <p:grpSp>
            <p:nvGrpSpPr>
              <p:cNvPr id="750" name="Google Shape;750;p31"/>
              <p:cNvGrpSpPr/>
              <p:nvPr/>
            </p:nvGrpSpPr>
            <p:grpSpPr>
              <a:xfrm>
                <a:off x="5380497" y="383100"/>
                <a:ext cx="187974" cy="130800"/>
                <a:chOff x="4804925" y="764100"/>
                <a:chExt cx="187974" cy="130800"/>
              </a:xfrm>
            </p:grpSpPr>
            <p:sp>
              <p:nvSpPr>
                <p:cNvPr id="751" name="Google Shape;751;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2" name="Google Shape;752;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53" name="Google Shape;753;p31"/>
              <p:cNvGrpSpPr/>
              <p:nvPr/>
            </p:nvGrpSpPr>
            <p:grpSpPr>
              <a:xfrm>
                <a:off x="5382151" y="822110"/>
                <a:ext cx="187974" cy="130800"/>
                <a:chOff x="4804925" y="764100"/>
                <a:chExt cx="187974" cy="130800"/>
              </a:xfrm>
            </p:grpSpPr>
            <p:sp>
              <p:nvSpPr>
                <p:cNvPr id="754" name="Google Shape;754;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5" name="Google Shape;755;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56" name="Google Shape;756;p31"/>
              <p:cNvGrpSpPr/>
              <p:nvPr/>
            </p:nvGrpSpPr>
            <p:grpSpPr>
              <a:xfrm>
                <a:off x="5382151" y="1233968"/>
                <a:ext cx="187974" cy="130800"/>
                <a:chOff x="4804925" y="764100"/>
                <a:chExt cx="187974" cy="130800"/>
              </a:xfrm>
            </p:grpSpPr>
            <p:sp>
              <p:nvSpPr>
                <p:cNvPr id="757" name="Google Shape;757;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8" name="Google Shape;758;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59" name="Google Shape;759;p31"/>
            <p:cNvGrpSpPr/>
            <p:nvPr/>
          </p:nvGrpSpPr>
          <p:grpSpPr>
            <a:xfrm>
              <a:off x="5380497" y="1678500"/>
              <a:ext cx="189628" cy="569810"/>
              <a:chOff x="5380497" y="383100"/>
              <a:chExt cx="189628" cy="569810"/>
            </a:xfrm>
          </p:grpSpPr>
          <p:grpSp>
            <p:nvGrpSpPr>
              <p:cNvPr id="760" name="Google Shape;760;p31"/>
              <p:cNvGrpSpPr/>
              <p:nvPr/>
            </p:nvGrpSpPr>
            <p:grpSpPr>
              <a:xfrm>
                <a:off x="5380497" y="383100"/>
                <a:ext cx="187974" cy="130800"/>
                <a:chOff x="4804925" y="764100"/>
                <a:chExt cx="187974" cy="130800"/>
              </a:xfrm>
            </p:grpSpPr>
            <p:sp>
              <p:nvSpPr>
                <p:cNvPr id="761" name="Google Shape;761;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2" name="Google Shape;762;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63" name="Google Shape;763;p31"/>
              <p:cNvGrpSpPr/>
              <p:nvPr/>
            </p:nvGrpSpPr>
            <p:grpSpPr>
              <a:xfrm>
                <a:off x="5382151" y="822110"/>
                <a:ext cx="187974" cy="130800"/>
                <a:chOff x="4804925" y="764100"/>
                <a:chExt cx="187974" cy="130800"/>
              </a:xfrm>
            </p:grpSpPr>
            <p:sp>
              <p:nvSpPr>
                <p:cNvPr id="764" name="Google Shape;764;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5" name="Google Shape;765;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766" name="Google Shape;766;p31"/>
          <p:cNvSpPr txBox="1"/>
          <p:nvPr>
            <p:ph type="title"/>
          </p:nvPr>
        </p:nvSpPr>
        <p:spPr>
          <a:xfrm>
            <a:off x="423975" y="3065225"/>
            <a:ext cx="1758900" cy="1847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0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cxnSp>
        <p:nvCxnSpPr>
          <p:cNvPr id="767" name="Google Shape;767;p31"/>
          <p:cNvCxnSpPr/>
          <p:nvPr/>
        </p:nvCxnSpPr>
        <p:spPr>
          <a:xfrm>
            <a:off x="249750" y="-22275"/>
            <a:ext cx="0" cy="5177400"/>
          </a:xfrm>
          <a:prstGeom prst="straightConnector1">
            <a:avLst/>
          </a:prstGeom>
          <a:noFill/>
          <a:ln cap="flat" cmpd="sng" w="9525">
            <a:solidFill>
              <a:schemeClr val="accent5"/>
            </a:solidFill>
            <a:prstDash val="solid"/>
            <a:round/>
            <a:headEnd len="sm" w="sm" type="none"/>
            <a:tailEnd len="sm" w="sm" type="none"/>
          </a:ln>
        </p:spPr>
      </p:cxnSp>
      <p:cxnSp>
        <p:nvCxnSpPr>
          <p:cNvPr id="768" name="Google Shape;768;p31"/>
          <p:cNvCxnSpPr/>
          <p:nvPr/>
        </p:nvCxnSpPr>
        <p:spPr>
          <a:xfrm>
            <a:off x="177000" y="-14750"/>
            <a:ext cx="0" cy="5158200"/>
          </a:xfrm>
          <a:prstGeom prst="straightConnector1">
            <a:avLst/>
          </a:prstGeom>
          <a:noFill/>
          <a:ln cap="flat" cmpd="sng" w="9525">
            <a:solidFill>
              <a:schemeClr val="accent5"/>
            </a:solidFill>
            <a:prstDash val="solid"/>
            <a:round/>
            <a:headEnd len="sm" w="sm" type="none"/>
            <a:tailEnd len="sm" w="sm" type="none"/>
          </a:ln>
        </p:spPr>
      </p:cxnSp>
      <p:sp>
        <p:nvSpPr>
          <p:cNvPr id="769" name="Google Shape;769;p31"/>
          <p:cNvSpPr txBox="1"/>
          <p:nvPr>
            <p:ph idx="2" type="title"/>
          </p:nvPr>
        </p:nvSpPr>
        <p:spPr>
          <a:xfrm>
            <a:off x="2802725"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0" name="Google Shape;770;p31"/>
          <p:cNvSpPr txBox="1"/>
          <p:nvPr>
            <p:ph idx="3" type="body"/>
          </p:nvPr>
        </p:nvSpPr>
        <p:spPr>
          <a:xfrm>
            <a:off x="6214525"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1" name="Google Shape;771;p31"/>
          <p:cNvSpPr txBox="1"/>
          <p:nvPr>
            <p:ph idx="4" type="title"/>
          </p:nvPr>
        </p:nvSpPr>
        <p:spPr>
          <a:xfrm>
            <a:off x="6214750"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2" name="Google Shape;772;p31"/>
          <p:cNvSpPr txBox="1"/>
          <p:nvPr>
            <p:ph idx="5" type="body"/>
          </p:nvPr>
        </p:nvSpPr>
        <p:spPr>
          <a:xfrm>
            <a:off x="2802500"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3" name="Google Shape;773;p31"/>
          <p:cNvSpPr txBox="1"/>
          <p:nvPr>
            <p:ph idx="6" type="title"/>
          </p:nvPr>
        </p:nvSpPr>
        <p:spPr>
          <a:xfrm>
            <a:off x="2802725"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4" name="Google Shape;774;p31"/>
          <p:cNvSpPr txBox="1"/>
          <p:nvPr>
            <p:ph idx="7" type="body"/>
          </p:nvPr>
        </p:nvSpPr>
        <p:spPr>
          <a:xfrm>
            <a:off x="6214525"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5" name="Google Shape;775;p31"/>
          <p:cNvSpPr txBox="1"/>
          <p:nvPr>
            <p:ph idx="8" type="title"/>
          </p:nvPr>
        </p:nvSpPr>
        <p:spPr>
          <a:xfrm>
            <a:off x="6214750"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 Agenda 1">
  <p:cSld name="BLANK_1_1_1_1_1_1_1_1_1_3">
    <p:bg>
      <p:bgPr>
        <a:solidFill>
          <a:schemeClr val="lt1"/>
        </a:solidFill>
      </p:bgPr>
    </p:bg>
    <p:spTree>
      <p:nvGrpSpPr>
        <p:cNvPr id="776" name="Shape 776"/>
        <p:cNvGrpSpPr/>
        <p:nvPr/>
      </p:nvGrpSpPr>
      <p:grpSpPr>
        <a:xfrm>
          <a:off x="0" y="0"/>
          <a:ext cx="0" cy="0"/>
          <a:chOff x="0" y="0"/>
          <a:chExt cx="0" cy="0"/>
        </a:xfrm>
      </p:grpSpPr>
      <p:sp>
        <p:nvSpPr>
          <p:cNvPr id="777" name="Google Shape;777;p32"/>
          <p:cNvSpPr/>
          <p:nvPr/>
        </p:nvSpPr>
        <p:spPr>
          <a:xfrm>
            <a:off x="995475" y="201175"/>
            <a:ext cx="7341600" cy="455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8" name="Google Shape;778;p32"/>
          <p:cNvSpPr/>
          <p:nvPr/>
        </p:nvSpPr>
        <p:spPr>
          <a:xfrm>
            <a:off x="1128250" y="276575"/>
            <a:ext cx="7108800" cy="4517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9" name="Google Shape;779;p32"/>
          <p:cNvSpPr/>
          <p:nvPr/>
        </p:nvSpPr>
        <p:spPr>
          <a:xfrm>
            <a:off x="4407875" y="312925"/>
            <a:ext cx="37296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80" name="Google Shape;780;p32"/>
          <p:cNvSpPr/>
          <p:nvPr/>
        </p:nvSpPr>
        <p:spPr>
          <a:xfrm>
            <a:off x="1217200" y="312875"/>
            <a:ext cx="31650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781" name="Google Shape;781;p32"/>
          <p:cNvGrpSpPr/>
          <p:nvPr/>
        </p:nvGrpSpPr>
        <p:grpSpPr>
          <a:xfrm>
            <a:off x="1211779" y="312875"/>
            <a:ext cx="3165000" cy="4517700"/>
            <a:chOff x="1211779" y="312875"/>
            <a:chExt cx="3165000" cy="4517700"/>
          </a:xfrm>
        </p:grpSpPr>
        <p:cxnSp>
          <p:nvCxnSpPr>
            <p:cNvPr id="782" name="Google Shape;782;p32"/>
            <p:cNvCxnSpPr/>
            <p:nvPr/>
          </p:nvCxnSpPr>
          <p:spPr>
            <a:xfrm>
              <a:off x="3624778" y="3128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3" name="Google Shape;783;p32"/>
            <p:cNvCxnSpPr/>
            <p:nvPr/>
          </p:nvCxnSpPr>
          <p:spPr>
            <a:xfrm>
              <a:off x="4031178" y="312875"/>
              <a:ext cx="0" cy="4517700"/>
            </a:xfrm>
            <a:prstGeom prst="straightConnector1">
              <a:avLst/>
            </a:prstGeom>
            <a:noFill/>
            <a:ln cap="flat" cmpd="sng" w="9525">
              <a:solidFill>
                <a:schemeClr val="accent5"/>
              </a:solidFill>
              <a:prstDash val="solid"/>
              <a:round/>
              <a:headEnd len="sm" w="sm" type="none"/>
              <a:tailEnd len="sm" w="sm" type="none"/>
            </a:ln>
          </p:spPr>
        </p:cxnSp>
        <p:grpSp>
          <p:nvGrpSpPr>
            <p:cNvPr id="784" name="Google Shape;784;p32"/>
            <p:cNvGrpSpPr/>
            <p:nvPr/>
          </p:nvGrpSpPr>
          <p:grpSpPr>
            <a:xfrm>
              <a:off x="1211779" y="312875"/>
              <a:ext cx="3165000" cy="4517700"/>
              <a:chOff x="462650" y="259175"/>
              <a:chExt cx="3165000" cy="4517700"/>
            </a:xfrm>
          </p:grpSpPr>
          <p:cxnSp>
            <p:nvCxnSpPr>
              <p:cNvPr id="785" name="Google Shape;785;p32"/>
              <p:cNvCxnSpPr/>
              <p:nvPr/>
            </p:nvCxnSpPr>
            <p:spPr>
              <a:xfrm>
                <a:off x="8436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6" name="Google Shape;786;p32"/>
              <p:cNvCxnSpPr/>
              <p:nvPr/>
            </p:nvCxnSpPr>
            <p:spPr>
              <a:xfrm>
                <a:off x="12500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7" name="Google Shape;787;p32"/>
              <p:cNvCxnSpPr/>
              <p:nvPr/>
            </p:nvCxnSpPr>
            <p:spPr>
              <a:xfrm>
                <a:off x="16564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8" name="Google Shape;788;p32"/>
              <p:cNvCxnSpPr/>
              <p:nvPr/>
            </p:nvCxnSpPr>
            <p:spPr>
              <a:xfrm>
                <a:off x="20628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9" name="Google Shape;789;p32"/>
              <p:cNvCxnSpPr/>
              <p:nvPr/>
            </p:nvCxnSpPr>
            <p:spPr>
              <a:xfrm>
                <a:off x="24692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90" name="Google Shape;790;p32"/>
              <p:cNvCxnSpPr/>
              <p:nvPr/>
            </p:nvCxnSpPr>
            <p:spPr>
              <a:xfrm>
                <a:off x="462650" y="67490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1" name="Google Shape;791;p32"/>
              <p:cNvCxnSpPr/>
              <p:nvPr/>
            </p:nvCxnSpPr>
            <p:spPr>
              <a:xfrm>
                <a:off x="462650" y="107585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2" name="Google Shape;792;p32"/>
              <p:cNvCxnSpPr/>
              <p:nvPr/>
            </p:nvCxnSpPr>
            <p:spPr>
              <a:xfrm>
                <a:off x="462650" y="147681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3" name="Google Shape;793;p32"/>
              <p:cNvCxnSpPr/>
              <p:nvPr/>
            </p:nvCxnSpPr>
            <p:spPr>
              <a:xfrm>
                <a:off x="462650" y="1877775"/>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4" name="Google Shape;794;p32"/>
              <p:cNvCxnSpPr/>
              <p:nvPr/>
            </p:nvCxnSpPr>
            <p:spPr>
              <a:xfrm>
                <a:off x="462650" y="2278733"/>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5" name="Google Shape;795;p32"/>
              <p:cNvCxnSpPr/>
              <p:nvPr/>
            </p:nvCxnSpPr>
            <p:spPr>
              <a:xfrm>
                <a:off x="462650" y="2679692"/>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6" name="Google Shape;796;p32"/>
              <p:cNvCxnSpPr/>
              <p:nvPr/>
            </p:nvCxnSpPr>
            <p:spPr>
              <a:xfrm>
                <a:off x="462650" y="308065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7" name="Google Shape;797;p32"/>
              <p:cNvCxnSpPr/>
              <p:nvPr/>
            </p:nvCxnSpPr>
            <p:spPr>
              <a:xfrm>
                <a:off x="462650" y="348160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8" name="Google Shape;798;p32"/>
              <p:cNvCxnSpPr/>
              <p:nvPr/>
            </p:nvCxnSpPr>
            <p:spPr>
              <a:xfrm>
                <a:off x="462650" y="388256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9" name="Google Shape;799;p32"/>
              <p:cNvCxnSpPr/>
              <p:nvPr/>
            </p:nvCxnSpPr>
            <p:spPr>
              <a:xfrm>
                <a:off x="462650" y="4283525"/>
                <a:ext cx="3165000" cy="0"/>
              </a:xfrm>
              <a:prstGeom prst="straightConnector1">
                <a:avLst/>
              </a:prstGeom>
              <a:noFill/>
              <a:ln cap="flat" cmpd="sng" w="9525">
                <a:solidFill>
                  <a:schemeClr val="accent5"/>
                </a:solidFill>
                <a:prstDash val="solid"/>
                <a:round/>
                <a:headEnd len="sm" w="sm" type="none"/>
                <a:tailEnd len="sm" w="sm" type="none"/>
              </a:ln>
            </p:spPr>
          </p:cxnSp>
        </p:grpSp>
      </p:grpSp>
      <p:grpSp>
        <p:nvGrpSpPr>
          <p:cNvPr id="800" name="Google Shape;800;p32"/>
          <p:cNvGrpSpPr/>
          <p:nvPr/>
        </p:nvGrpSpPr>
        <p:grpSpPr>
          <a:xfrm>
            <a:off x="4222205" y="390105"/>
            <a:ext cx="366115" cy="4334807"/>
            <a:chOff x="3473077" y="259175"/>
            <a:chExt cx="366115" cy="4334807"/>
          </a:xfrm>
        </p:grpSpPr>
        <p:grpSp>
          <p:nvGrpSpPr>
            <p:cNvPr id="801" name="Google Shape;801;p32"/>
            <p:cNvGrpSpPr/>
            <p:nvPr/>
          </p:nvGrpSpPr>
          <p:grpSpPr>
            <a:xfrm rot="10800000">
              <a:off x="3473077" y="259175"/>
              <a:ext cx="184470" cy="4334807"/>
              <a:chOff x="5380497" y="383100"/>
              <a:chExt cx="189628" cy="4456010"/>
            </a:xfrm>
          </p:grpSpPr>
          <p:grpSp>
            <p:nvGrpSpPr>
              <p:cNvPr id="802" name="Google Shape;802;p32"/>
              <p:cNvGrpSpPr/>
              <p:nvPr/>
            </p:nvGrpSpPr>
            <p:grpSpPr>
              <a:xfrm>
                <a:off x="5380497" y="383100"/>
                <a:ext cx="189628" cy="981668"/>
                <a:chOff x="5380497" y="383100"/>
                <a:chExt cx="189628" cy="981668"/>
              </a:xfrm>
            </p:grpSpPr>
            <p:grpSp>
              <p:nvGrpSpPr>
                <p:cNvPr id="803" name="Google Shape;803;p32"/>
                <p:cNvGrpSpPr/>
                <p:nvPr/>
              </p:nvGrpSpPr>
              <p:grpSpPr>
                <a:xfrm>
                  <a:off x="5380497" y="383100"/>
                  <a:ext cx="187974" cy="130800"/>
                  <a:chOff x="4804925" y="764100"/>
                  <a:chExt cx="187974" cy="130800"/>
                </a:xfrm>
              </p:grpSpPr>
              <p:sp>
                <p:nvSpPr>
                  <p:cNvPr id="804" name="Google Shape;80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5" name="Google Shape;80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6" name="Google Shape;806;p32"/>
                <p:cNvGrpSpPr/>
                <p:nvPr/>
              </p:nvGrpSpPr>
              <p:grpSpPr>
                <a:xfrm>
                  <a:off x="5382151" y="822110"/>
                  <a:ext cx="187974" cy="130800"/>
                  <a:chOff x="4804925" y="764100"/>
                  <a:chExt cx="187974" cy="130800"/>
                </a:xfrm>
              </p:grpSpPr>
              <p:sp>
                <p:nvSpPr>
                  <p:cNvPr id="807" name="Google Shape;80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8" name="Google Shape;80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9" name="Google Shape;809;p32"/>
                <p:cNvGrpSpPr/>
                <p:nvPr/>
              </p:nvGrpSpPr>
              <p:grpSpPr>
                <a:xfrm>
                  <a:off x="5382151" y="1233968"/>
                  <a:ext cx="187974" cy="130800"/>
                  <a:chOff x="4804925" y="764100"/>
                  <a:chExt cx="187974" cy="130800"/>
                </a:xfrm>
              </p:grpSpPr>
              <p:sp>
                <p:nvSpPr>
                  <p:cNvPr id="810" name="Google Shape;81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1" name="Google Shape;81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12" name="Google Shape;812;p32"/>
              <p:cNvGrpSpPr/>
              <p:nvPr/>
            </p:nvGrpSpPr>
            <p:grpSpPr>
              <a:xfrm>
                <a:off x="5380497" y="1678500"/>
                <a:ext cx="189628" cy="981668"/>
                <a:chOff x="5380497" y="383100"/>
                <a:chExt cx="189628" cy="981668"/>
              </a:xfrm>
            </p:grpSpPr>
            <p:grpSp>
              <p:nvGrpSpPr>
                <p:cNvPr id="813" name="Google Shape;813;p32"/>
                <p:cNvGrpSpPr/>
                <p:nvPr/>
              </p:nvGrpSpPr>
              <p:grpSpPr>
                <a:xfrm>
                  <a:off x="5380497" y="383100"/>
                  <a:ext cx="187974" cy="130800"/>
                  <a:chOff x="4804925" y="764100"/>
                  <a:chExt cx="187974" cy="130800"/>
                </a:xfrm>
              </p:grpSpPr>
              <p:sp>
                <p:nvSpPr>
                  <p:cNvPr id="814" name="Google Shape;81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5" name="Google Shape;81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6" name="Google Shape;816;p32"/>
                <p:cNvGrpSpPr/>
                <p:nvPr/>
              </p:nvGrpSpPr>
              <p:grpSpPr>
                <a:xfrm>
                  <a:off x="5382151" y="822110"/>
                  <a:ext cx="187974" cy="130800"/>
                  <a:chOff x="4804925" y="764100"/>
                  <a:chExt cx="187974" cy="130800"/>
                </a:xfrm>
              </p:grpSpPr>
              <p:sp>
                <p:nvSpPr>
                  <p:cNvPr id="817" name="Google Shape;81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8" name="Google Shape;81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9" name="Google Shape;819;p32"/>
                <p:cNvGrpSpPr/>
                <p:nvPr/>
              </p:nvGrpSpPr>
              <p:grpSpPr>
                <a:xfrm>
                  <a:off x="5382151" y="1233968"/>
                  <a:ext cx="187974" cy="130800"/>
                  <a:chOff x="4804925" y="764100"/>
                  <a:chExt cx="187974" cy="130800"/>
                </a:xfrm>
              </p:grpSpPr>
              <p:sp>
                <p:nvSpPr>
                  <p:cNvPr id="820" name="Google Shape;82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1" name="Google Shape;82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22" name="Google Shape;822;p32"/>
              <p:cNvGrpSpPr/>
              <p:nvPr/>
            </p:nvGrpSpPr>
            <p:grpSpPr>
              <a:xfrm>
                <a:off x="5380497" y="2973900"/>
                <a:ext cx="189628" cy="981668"/>
                <a:chOff x="5380497" y="383100"/>
                <a:chExt cx="189628" cy="981668"/>
              </a:xfrm>
            </p:grpSpPr>
            <p:grpSp>
              <p:nvGrpSpPr>
                <p:cNvPr id="823" name="Google Shape;823;p32"/>
                <p:cNvGrpSpPr/>
                <p:nvPr/>
              </p:nvGrpSpPr>
              <p:grpSpPr>
                <a:xfrm>
                  <a:off x="5380497" y="383100"/>
                  <a:ext cx="187974" cy="130800"/>
                  <a:chOff x="4804925" y="764100"/>
                  <a:chExt cx="187974" cy="130800"/>
                </a:xfrm>
              </p:grpSpPr>
              <p:sp>
                <p:nvSpPr>
                  <p:cNvPr id="824" name="Google Shape;82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5" name="Google Shape;82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6" name="Google Shape;826;p32"/>
                <p:cNvGrpSpPr/>
                <p:nvPr/>
              </p:nvGrpSpPr>
              <p:grpSpPr>
                <a:xfrm>
                  <a:off x="5382151" y="822110"/>
                  <a:ext cx="187974" cy="130800"/>
                  <a:chOff x="4804925" y="764100"/>
                  <a:chExt cx="187974" cy="130800"/>
                </a:xfrm>
              </p:grpSpPr>
              <p:sp>
                <p:nvSpPr>
                  <p:cNvPr id="827" name="Google Shape;82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8" name="Google Shape;82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9" name="Google Shape;829;p32"/>
                <p:cNvGrpSpPr/>
                <p:nvPr/>
              </p:nvGrpSpPr>
              <p:grpSpPr>
                <a:xfrm>
                  <a:off x="5382151" y="1233968"/>
                  <a:ext cx="187974" cy="130800"/>
                  <a:chOff x="4804925" y="764100"/>
                  <a:chExt cx="187974" cy="130800"/>
                </a:xfrm>
              </p:grpSpPr>
              <p:sp>
                <p:nvSpPr>
                  <p:cNvPr id="830" name="Google Shape;83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1" name="Google Shape;83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32" name="Google Shape;832;p32"/>
              <p:cNvGrpSpPr/>
              <p:nvPr/>
            </p:nvGrpSpPr>
            <p:grpSpPr>
              <a:xfrm>
                <a:off x="5380497" y="4269300"/>
                <a:ext cx="189628" cy="569810"/>
                <a:chOff x="5380497" y="383100"/>
                <a:chExt cx="189628" cy="569810"/>
              </a:xfrm>
            </p:grpSpPr>
            <p:grpSp>
              <p:nvGrpSpPr>
                <p:cNvPr id="833" name="Google Shape;833;p32"/>
                <p:cNvGrpSpPr/>
                <p:nvPr/>
              </p:nvGrpSpPr>
              <p:grpSpPr>
                <a:xfrm>
                  <a:off x="5380497" y="383100"/>
                  <a:ext cx="187974" cy="130800"/>
                  <a:chOff x="4804925" y="764100"/>
                  <a:chExt cx="187974" cy="130800"/>
                </a:xfrm>
              </p:grpSpPr>
              <p:sp>
                <p:nvSpPr>
                  <p:cNvPr id="834" name="Google Shape;83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5" name="Google Shape;83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36" name="Google Shape;836;p32"/>
                <p:cNvGrpSpPr/>
                <p:nvPr/>
              </p:nvGrpSpPr>
              <p:grpSpPr>
                <a:xfrm>
                  <a:off x="5382151" y="822110"/>
                  <a:ext cx="187974" cy="130800"/>
                  <a:chOff x="4804925" y="764100"/>
                  <a:chExt cx="187974" cy="130800"/>
                </a:xfrm>
              </p:grpSpPr>
              <p:sp>
                <p:nvSpPr>
                  <p:cNvPr id="837" name="Google Shape;83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8" name="Google Shape;83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839" name="Google Shape;839;p32"/>
            <p:cNvGrpSpPr/>
            <p:nvPr/>
          </p:nvGrpSpPr>
          <p:grpSpPr>
            <a:xfrm flipH="1" rot="10800000">
              <a:off x="3654721" y="259175"/>
              <a:ext cx="184470" cy="4334807"/>
              <a:chOff x="5380497" y="383100"/>
              <a:chExt cx="189628" cy="4456010"/>
            </a:xfrm>
          </p:grpSpPr>
          <p:grpSp>
            <p:nvGrpSpPr>
              <p:cNvPr id="840" name="Google Shape;840;p32"/>
              <p:cNvGrpSpPr/>
              <p:nvPr/>
            </p:nvGrpSpPr>
            <p:grpSpPr>
              <a:xfrm>
                <a:off x="5380497" y="383100"/>
                <a:ext cx="189628" cy="981668"/>
                <a:chOff x="5380497" y="383100"/>
                <a:chExt cx="189628" cy="981668"/>
              </a:xfrm>
            </p:grpSpPr>
            <p:grpSp>
              <p:nvGrpSpPr>
                <p:cNvPr id="841" name="Google Shape;841;p32"/>
                <p:cNvGrpSpPr/>
                <p:nvPr/>
              </p:nvGrpSpPr>
              <p:grpSpPr>
                <a:xfrm>
                  <a:off x="5380497" y="383100"/>
                  <a:ext cx="187974" cy="130800"/>
                  <a:chOff x="4804925" y="764100"/>
                  <a:chExt cx="187974" cy="130800"/>
                </a:xfrm>
              </p:grpSpPr>
              <p:sp>
                <p:nvSpPr>
                  <p:cNvPr id="842" name="Google Shape;84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3" name="Google Shape;84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44" name="Google Shape;844;p32"/>
                <p:cNvGrpSpPr/>
                <p:nvPr/>
              </p:nvGrpSpPr>
              <p:grpSpPr>
                <a:xfrm>
                  <a:off x="5382151" y="822110"/>
                  <a:ext cx="187974" cy="130800"/>
                  <a:chOff x="4804925" y="764100"/>
                  <a:chExt cx="187974" cy="130800"/>
                </a:xfrm>
              </p:grpSpPr>
              <p:sp>
                <p:nvSpPr>
                  <p:cNvPr id="845" name="Google Shape;84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6" name="Google Shape;84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47" name="Google Shape;847;p32"/>
                <p:cNvGrpSpPr/>
                <p:nvPr/>
              </p:nvGrpSpPr>
              <p:grpSpPr>
                <a:xfrm>
                  <a:off x="5382151" y="1233968"/>
                  <a:ext cx="187974" cy="130800"/>
                  <a:chOff x="4804925" y="764100"/>
                  <a:chExt cx="187974" cy="130800"/>
                </a:xfrm>
              </p:grpSpPr>
              <p:sp>
                <p:nvSpPr>
                  <p:cNvPr id="848" name="Google Shape;84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9" name="Google Shape;84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50" name="Google Shape;850;p32"/>
              <p:cNvGrpSpPr/>
              <p:nvPr/>
            </p:nvGrpSpPr>
            <p:grpSpPr>
              <a:xfrm>
                <a:off x="5380497" y="1678500"/>
                <a:ext cx="189628" cy="981668"/>
                <a:chOff x="5380497" y="383100"/>
                <a:chExt cx="189628" cy="981668"/>
              </a:xfrm>
            </p:grpSpPr>
            <p:grpSp>
              <p:nvGrpSpPr>
                <p:cNvPr id="851" name="Google Shape;851;p32"/>
                <p:cNvGrpSpPr/>
                <p:nvPr/>
              </p:nvGrpSpPr>
              <p:grpSpPr>
                <a:xfrm>
                  <a:off x="5380497" y="383100"/>
                  <a:ext cx="187974" cy="130800"/>
                  <a:chOff x="4804925" y="764100"/>
                  <a:chExt cx="187974" cy="130800"/>
                </a:xfrm>
              </p:grpSpPr>
              <p:sp>
                <p:nvSpPr>
                  <p:cNvPr id="852" name="Google Shape;85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3" name="Google Shape;85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54" name="Google Shape;854;p32"/>
                <p:cNvGrpSpPr/>
                <p:nvPr/>
              </p:nvGrpSpPr>
              <p:grpSpPr>
                <a:xfrm>
                  <a:off x="5382151" y="822110"/>
                  <a:ext cx="187974" cy="130800"/>
                  <a:chOff x="4804925" y="764100"/>
                  <a:chExt cx="187974" cy="130800"/>
                </a:xfrm>
              </p:grpSpPr>
              <p:sp>
                <p:nvSpPr>
                  <p:cNvPr id="855" name="Google Shape;85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6" name="Google Shape;85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57" name="Google Shape;857;p32"/>
                <p:cNvGrpSpPr/>
                <p:nvPr/>
              </p:nvGrpSpPr>
              <p:grpSpPr>
                <a:xfrm>
                  <a:off x="5382151" y="1233968"/>
                  <a:ext cx="187974" cy="130800"/>
                  <a:chOff x="4804925" y="764100"/>
                  <a:chExt cx="187974" cy="130800"/>
                </a:xfrm>
              </p:grpSpPr>
              <p:sp>
                <p:nvSpPr>
                  <p:cNvPr id="858" name="Google Shape;85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9" name="Google Shape;85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60" name="Google Shape;860;p32"/>
              <p:cNvGrpSpPr/>
              <p:nvPr/>
            </p:nvGrpSpPr>
            <p:grpSpPr>
              <a:xfrm>
                <a:off x="5380497" y="2973900"/>
                <a:ext cx="189628" cy="981668"/>
                <a:chOff x="5380497" y="383100"/>
                <a:chExt cx="189628" cy="981668"/>
              </a:xfrm>
            </p:grpSpPr>
            <p:grpSp>
              <p:nvGrpSpPr>
                <p:cNvPr id="861" name="Google Shape;861;p32"/>
                <p:cNvGrpSpPr/>
                <p:nvPr/>
              </p:nvGrpSpPr>
              <p:grpSpPr>
                <a:xfrm>
                  <a:off x="5380497" y="383100"/>
                  <a:ext cx="187974" cy="130800"/>
                  <a:chOff x="4804925" y="764100"/>
                  <a:chExt cx="187974" cy="130800"/>
                </a:xfrm>
              </p:grpSpPr>
              <p:sp>
                <p:nvSpPr>
                  <p:cNvPr id="862" name="Google Shape;86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3" name="Google Shape;86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64" name="Google Shape;864;p32"/>
                <p:cNvGrpSpPr/>
                <p:nvPr/>
              </p:nvGrpSpPr>
              <p:grpSpPr>
                <a:xfrm>
                  <a:off x="5382151" y="822110"/>
                  <a:ext cx="187974" cy="130800"/>
                  <a:chOff x="4804925" y="764100"/>
                  <a:chExt cx="187974" cy="130800"/>
                </a:xfrm>
              </p:grpSpPr>
              <p:sp>
                <p:nvSpPr>
                  <p:cNvPr id="865" name="Google Shape;86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6" name="Google Shape;86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67" name="Google Shape;867;p32"/>
                <p:cNvGrpSpPr/>
                <p:nvPr/>
              </p:nvGrpSpPr>
              <p:grpSpPr>
                <a:xfrm>
                  <a:off x="5382151" y="1233968"/>
                  <a:ext cx="187974" cy="130800"/>
                  <a:chOff x="4804925" y="764100"/>
                  <a:chExt cx="187974" cy="130800"/>
                </a:xfrm>
              </p:grpSpPr>
              <p:sp>
                <p:nvSpPr>
                  <p:cNvPr id="868" name="Google Shape;86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9" name="Google Shape;86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70" name="Google Shape;870;p32"/>
              <p:cNvGrpSpPr/>
              <p:nvPr/>
            </p:nvGrpSpPr>
            <p:grpSpPr>
              <a:xfrm>
                <a:off x="5380497" y="4269300"/>
                <a:ext cx="189628" cy="569810"/>
                <a:chOff x="5380497" y="383100"/>
                <a:chExt cx="189628" cy="569810"/>
              </a:xfrm>
            </p:grpSpPr>
            <p:grpSp>
              <p:nvGrpSpPr>
                <p:cNvPr id="871" name="Google Shape;871;p32"/>
                <p:cNvGrpSpPr/>
                <p:nvPr/>
              </p:nvGrpSpPr>
              <p:grpSpPr>
                <a:xfrm>
                  <a:off x="5380497" y="383100"/>
                  <a:ext cx="187974" cy="130800"/>
                  <a:chOff x="4804925" y="764100"/>
                  <a:chExt cx="187974" cy="130800"/>
                </a:xfrm>
              </p:grpSpPr>
              <p:sp>
                <p:nvSpPr>
                  <p:cNvPr id="872" name="Google Shape;87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3" name="Google Shape;87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74" name="Google Shape;874;p32"/>
                <p:cNvGrpSpPr/>
                <p:nvPr/>
              </p:nvGrpSpPr>
              <p:grpSpPr>
                <a:xfrm>
                  <a:off x="5382151" y="822110"/>
                  <a:ext cx="187974" cy="130800"/>
                  <a:chOff x="4804925" y="764100"/>
                  <a:chExt cx="187974" cy="130800"/>
                </a:xfrm>
              </p:grpSpPr>
              <p:sp>
                <p:nvSpPr>
                  <p:cNvPr id="875" name="Google Shape;87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6" name="Google Shape;87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sp>
        <p:nvSpPr>
          <p:cNvPr id="877" name="Google Shape;877;p32"/>
          <p:cNvSpPr txBox="1"/>
          <p:nvPr>
            <p:ph idx="1" type="body"/>
          </p:nvPr>
        </p:nvSpPr>
        <p:spPr>
          <a:xfrm rot="-199678">
            <a:off x="1297246" y="1801757"/>
            <a:ext cx="2123982" cy="2187983"/>
          </a:xfrm>
          <a:prstGeom prst="rect">
            <a:avLst/>
          </a:prstGeom>
        </p:spPr>
        <p:txBody>
          <a:bodyPr anchorCtr="0" anchor="t" bIns="0" lIns="91425" spcFirstLastPara="1" rIns="91425" wrap="square" tIns="0">
            <a:norm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800"/>
              </a:spcBef>
              <a:spcAft>
                <a:spcPts val="0"/>
              </a:spcAft>
              <a:buSzPts val="1200"/>
              <a:buChar char="○"/>
              <a:defRPr/>
            </a:lvl2pPr>
            <a:lvl3pPr indent="-304800" lvl="2" marL="1371600">
              <a:lnSpc>
                <a:spcPct val="100000"/>
              </a:lnSpc>
              <a:spcBef>
                <a:spcPts val="800"/>
              </a:spcBef>
              <a:spcAft>
                <a:spcPts val="0"/>
              </a:spcAft>
              <a:buSzPts val="1200"/>
              <a:buChar char="■"/>
              <a:defRPr/>
            </a:lvl3pPr>
            <a:lvl4pPr indent="-304800" lvl="3" marL="1828800">
              <a:lnSpc>
                <a:spcPct val="100000"/>
              </a:lnSpc>
              <a:spcBef>
                <a:spcPts val="800"/>
              </a:spcBef>
              <a:spcAft>
                <a:spcPts val="0"/>
              </a:spcAft>
              <a:buSzPts val="1200"/>
              <a:buChar char="●"/>
              <a:defRPr/>
            </a:lvl4pPr>
            <a:lvl5pPr indent="-304800" lvl="4" marL="2286000">
              <a:lnSpc>
                <a:spcPct val="100000"/>
              </a:lnSpc>
              <a:spcBef>
                <a:spcPts val="800"/>
              </a:spcBef>
              <a:spcAft>
                <a:spcPts val="0"/>
              </a:spcAft>
              <a:buSzPts val="1200"/>
              <a:buChar char="○"/>
              <a:defRPr/>
            </a:lvl5pPr>
            <a:lvl6pPr indent="-304800" lvl="5" marL="2743200">
              <a:lnSpc>
                <a:spcPct val="100000"/>
              </a:lnSpc>
              <a:spcBef>
                <a:spcPts val="800"/>
              </a:spcBef>
              <a:spcAft>
                <a:spcPts val="0"/>
              </a:spcAft>
              <a:buSzPts val="1200"/>
              <a:buChar char="■"/>
              <a:defRPr/>
            </a:lvl6pPr>
            <a:lvl7pPr indent="-304800" lvl="6" marL="3200400">
              <a:lnSpc>
                <a:spcPct val="100000"/>
              </a:lnSpc>
              <a:spcBef>
                <a:spcPts val="800"/>
              </a:spcBef>
              <a:spcAft>
                <a:spcPts val="0"/>
              </a:spcAft>
              <a:buSzPts val="1200"/>
              <a:buChar char="●"/>
              <a:defRPr/>
            </a:lvl7pPr>
            <a:lvl8pPr indent="-304800" lvl="7" marL="3657600">
              <a:lnSpc>
                <a:spcPct val="100000"/>
              </a:lnSpc>
              <a:spcBef>
                <a:spcPts val="800"/>
              </a:spcBef>
              <a:spcAft>
                <a:spcPts val="0"/>
              </a:spcAft>
              <a:buSzPts val="1200"/>
              <a:buChar char="○"/>
              <a:defRPr/>
            </a:lvl8pPr>
            <a:lvl9pPr indent="-304800" lvl="8" marL="4114800">
              <a:lnSpc>
                <a:spcPct val="100000"/>
              </a:lnSpc>
              <a:spcBef>
                <a:spcPts val="800"/>
              </a:spcBef>
              <a:spcAft>
                <a:spcPts val="800"/>
              </a:spcAft>
              <a:buSzPts val="1200"/>
              <a:buChar char="■"/>
              <a:defRPr/>
            </a:lvl9pPr>
          </a:lstStyle>
          <a:p/>
        </p:txBody>
      </p:sp>
      <p:sp>
        <p:nvSpPr>
          <p:cNvPr id="878" name="Google Shape;878;p32"/>
          <p:cNvSpPr txBox="1"/>
          <p:nvPr>
            <p:ph type="title"/>
          </p:nvPr>
        </p:nvSpPr>
        <p:spPr>
          <a:xfrm rot="-197254">
            <a:off x="1212945" y="1184617"/>
            <a:ext cx="2123895" cy="49582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9" name="Google Shape;879;p32"/>
          <p:cNvSpPr txBox="1"/>
          <p:nvPr>
            <p:ph idx="2" type="title"/>
          </p:nvPr>
        </p:nvSpPr>
        <p:spPr>
          <a:xfrm>
            <a:off x="6254525" y="1962475"/>
            <a:ext cx="1636200" cy="357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80" name="Google Shape;880;p32"/>
          <p:cNvSpPr txBox="1"/>
          <p:nvPr>
            <p:ph idx="3" type="body"/>
          </p:nvPr>
        </p:nvSpPr>
        <p:spPr>
          <a:xfrm>
            <a:off x="6254350" y="2353130"/>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81" name="Google Shape;881;p32"/>
          <p:cNvSpPr txBox="1"/>
          <p:nvPr>
            <p:ph idx="4" type="title"/>
          </p:nvPr>
        </p:nvSpPr>
        <p:spPr>
          <a:xfrm>
            <a:off x="6254525" y="3292150"/>
            <a:ext cx="1636200" cy="3573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82" name="Google Shape;882;p32"/>
          <p:cNvSpPr txBox="1"/>
          <p:nvPr>
            <p:ph idx="5" type="body"/>
          </p:nvPr>
        </p:nvSpPr>
        <p:spPr>
          <a:xfrm>
            <a:off x="6254350" y="3682816"/>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83" name="Google Shape;883;p32"/>
          <p:cNvSpPr txBox="1"/>
          <p:nvPr>
            <p:ph idx="6" type="title"/>
          </p:nvPr>
        </p:nvSpPr>
        <p:spPr>
          <a:xfrm>
            <a:off x="4844275" y="2277100"/>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84" name="Google Shape;884;p32"/>
          <p:cNvSpPr txBox="1"/>
          <p:nvPr>
            <p:ph idx="7" type="subTitle"/>
          </p:nvPr>
        </p:nvSpPr>
        <p:spPr>
          <a:xfrm>
            <a:off x="4844325" y="2702150"/>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85" name="Google Shape;885;p32"/>
          <p:cNvSpPr txBox="1"/>
          <p:nvPr>
            <p:ph idx="8" type="title"/>
          </p:nvPr>
        </p:nvSpPr>
        <p:spPr>
          <a:xfrm>
            <a:off x="4844275" y="3581862"/>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86" name="Google Shape;886;p32"/>
          <p:cNvSpPr txBox="1"/>
          <p:nvPr>
            <p:ph idx="9" type="subTitle"/>
          </p:nvPr>
        </p:nvSpPr>
        <p:spPr>
          <a:xfrm>
            <a:off x="4844325" y="4006913"/>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87" name="Google Shape;887;p32"/>
          <p:cNvSpPr txBox="1"/>
          <p:nvPr>
            <p:ph idx="13" type="body"/>
          </p:nvPr>
        </p:nvSpPr>
        <p:spPr>
          <a:xfrm>
            <a:off x="4831275" y="508775"/>
            <a:ext cx="3005100" cy="1253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Goal">
  <p:cSld name="CUSTOM_1_1_3_1_2">
    <p:spTree>
      <p:nvGrpSpPr>
        <p:cNvPr id="888" name="Shape 888"/>
        <p:cNvGrpSpPr/>
        <p:nvPr/>
      </p:nvGrpSpPr>
      <p:grpSpPr>
        <a:xfrm>
          <a:off x="0" y="0"/>
          <a:ext cx="0" cy="0"/>
          <a:chOff x="0" y="0"/>
          <a:chExt cx="0" cy="0"/>
        </a:xfrm>
      </p:grpSpPr>
      <p:grpSp>
        <p:nvGrpSpPr>
          <p:cNvPr id="889" name="Google Shape;889;p33"/>
          <p:cNvGrpSpPr/>
          <p:nvPr/>
        </p:nvGrpSpPr>
        <p:grpSpPr>
          <a:xfrm>
            <a:off x="392964" y="576950"/>
            <a:ext cx="8764835" cy="4114800"/>
            <a:chOff x="374175" y="576950"/>
            <a:chExt cx="8783280" cy="4114800"/>
          </a:xfrm>
        </p:grpSpPr>
        <p:cxnSp>
          <p:nvCxnSpPr>
            <p:cNvPr id="890" name="Google Shape;890;p33"/>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1" name="Google Shape;891;p33"/>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2" name="Google Shape;892;p33"/>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3" name="Google Shape;893;p33"/>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4" name="Google Shape;894;p33"/>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5" name="Google Shape;895;p33"/>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6" name="Google Shape;896;p33"/>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7" name="Google Shape;897;p33"/>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8" name="Google Shape;898;p33"/>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sp>
        <p:nvSpPr>
          <p:cNvPr id="899" name="Google Shape;899;p33"/>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0" name="Google Shape;900;p33"/>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901" name="Google Shape;901;p33"/>
          <p:cNvSpPr txBox="1"/>
          <p:nvPr>
            <p:ph idx="2" type="title"/>
          </p:nvPr>
        </p:nvSpPr>
        <p:spPr>
          <a:xfrm>
            <a:off x="1060026" y="181637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2" name="Google Shape;902;p33"/>
          <p:cNvSpPr txBox="1"/>
          <p:nvPr>
            <p:ph idx="3" type="body"/>
          </p:nvPr>
        </p:nvSpPr>
        <p:spPr>
          <a:xfrm>
            <a:off x="1059900" y="212492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3" name="Google Shape;903;p33"/>
          <p:cNvSpPr txBox="1"/>
          <p:nvPr>
            <p:ph idx="4" type="title"/>
          </p:nvPr>
        </p:nvSpPr>
        <p:spPr>
          <a:xfrm rot="132356">
            <a:off x="955546" y="2826529"/>
            <a:ext cx="2182317" cy="236571"/>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4" name="Google Shape;904;p33"/>
          <p:cNvSpPr txBox="1"/>
          <p:nvPr>
            <p:ph idx="5" type="body"/>
          </p:nvPr>
        </p:nvSpPr>
        <p:spPr>
          <a:xfrm rot="132356">
            <a:off x="941064" y="3134798"/>
            <a:ext cx="2182317" cy="363274"/>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5" name="Google Shape;905;p33"/>
          <p:cNvSpPr txBox="1"/>
          <p:nvPr>
            <p:ph idx="6" type="title"/>
          </p:nvPr>
        </p:nvSpPr>
        <p:spPr>
          <a:xfrm>
            <a:off x="980676" y="387312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6" name="Google Shape;906;p33"/>
          <p:cNvSpPr txBox="1"/>
          <p:nvPr>
            <p:ph idx="7" type="body"/>
          </p:nvPr>
        </p:nvSpPr>
        <p:spPr>
          <a:xfrm>
            <a:off x="980550" y="418167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7" name="Google Shape;907;p33"/>
          <p:cNvSpPr txBox="1"/>
          <p:nvPr>
            <p:ph idx="8" type="title"/>
          </p:nvPr>
        </p:nvSpPr>
        <p:spPr>
          <a:xfrm rot="126099">
            <a:off x="4508764" y="2120094"/>
            <a:ext cx="1766989" cy="23626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8" name="Google Shape;908;p33"/>
          <p:cNvSpPr txBox="1"/>
          <p:nvPr>
            <p:ph idx="9" type="body"/>
          </p:nvPr>
        </p:nvSpPr>
        <p:spPr>
          <a:xfrm rot="125772">
            <a:off x="4492678" y="2428187"/>
            <a:ext cx="1763380" cy="499236"/>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9" name="Google Shape;909;p33"/>
          <p:cNvSpPr txBox="1"/>
          <p:nvPr>
            <p:ph idx="13" type="title"/>
          </p:nvPr>
        </p:nvSpPr>
        <p:spPr>
          <a:xfrm>
            <a:off x="7140350" y="2580150"/>
            <a:ext cx="1377000" cy="394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10" name="Google Shape;910;p33"/>
          <p:cNvSpPr txBox="1"/>
          <p:nvPr>
            <p:ph idx="14" type="body"/>
          </p:nvPr>
        </p:nvSpPr>
        <p:spPr>
          <a:xfrm>
            <a:off x="7142825" y="3047175"/>
            <a:ext cx="1377000" cy="8277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11" name="Google Shape;911;p33"/>
          <p:cNvSpPr txBox="1"/>
          <p:nvPr>
            <p:ph idx="15" type="title"/>
          </p:nvPr>
        </p:nvSpPr>
        <p:spPr>
          <a:xfrm>
            <a:off x="4505150" y="3400100"/>
            <a:ext cx="17250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12" name="Google Shape;912;p33"/>
          <p:cNvSpPr txBox="1"/>
          <p:nvPr>
            <p:ph idx="16" type="body"/>
          </p:nvPr>
        </p:nvSpPr>
        <p:spPr>
          <a:xfrm>
            <a:off x="4505025" y="3708650"/>
            <a:ext cx="1725000" cy="5271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ackground Title">
  <p:cSld name="CUSTOM_1_1_1_1_1_2">
    <p:bg>
      <p:bgPr>
        <a:solidFill>
          <a:schemeClr val="accent3"/>
        </a:solidFill>
      </p:bgPr>
    </p:bg>
    <p:spTree>
      <p:nvGrpSpPr>
        <p:cNvPr id="913" name="Shape 913"/>
        <p:cNvGrpSpPr/>
        <p:nvPr/>
      </p:nvGrpSpPr>
      <p:grpSpPr>
        <a:xfrm>
          <a:off x="0" y="0"/>
          <a:ext cx="0" cy="0"/>
          <a:chOff x="0" y="0"/>
          <a:chExt cx="0" cy="0"/>
        </a:xfrm>
      </p:grpSpPr>
      <p:sp>
        <p:nvSpPr>
          <p:cNvPr id="914" name="Google Shape;914;p34"/>
          <p:cNvSpPr/>
          <p:nvPr/>
        </p:nvSpPr>
        <p:spPr>
          <a:xfrm rot="10800000">
            <a:off x="7960900" y="-13950"/>
            <a:ext cx="1192200" cy="1198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15" name="Google Shape;915;p34"/>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
        <p:nvSpPr>
          <p:cNvPr id="916" name="Google Shape;916;p34"/>
          <p:cNvSpPr txBox="1"/>
          <p:nvPr>
            <p:ph type="title"/>
          </p:nvPr>
        </p:nvSpPr>
        <p:spPr>
          <a:xfrm>
            <a:off x="508875" y="1998400"/>
            <a:ext cx="6149700" cy="1847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6000"/>
              <a:buNone/>
              <a:defRPr b="0" sz="6000"/>
            </a:lvl1pPr>
            <a:lvl2pPr lvl="1">
              <a:spcBef>
                <a:spcPts val="0"/>
              </a:spcBef>
              <a:spcAft>
                <a:spcPts val="0"/>
              </a:spcAft>
              <a:buClr>
                <a:schemeClr val="lt1"/>
              </a:buClr>
              <a:buSzPts val="6000"/>
              <a:buNone/>
              <a:defRPr sz="6000"/>
            </a:lvl2pPr>
            <a:lvl3pPr lvl="2">
              <a:spcBef>
                <a:spcPts val="0"/>
              </a:spcBef>
              <a:spcAft>
                <a:spcPts val="0"/>
              </a:spcAft>
              <a:buClr>
                <a:schemeClr val="lt1"/>
              </a:buClr>
              <a:buSzPts val="6000"/>
              <a:buNone/>
              <a:defRPr sz="6000"/>
            </a:lvl3pPr>
            <a:lvl4pPr lvl="3">
              <a:spcBef>
                <a:spcPts val="0"/>
              </a:spcBef>
              <a:spcAft>
                <a:spcPts val="0"/>
              </a:spcAft>
              <a:buClr>
                <a:schemeClr val="lt1"/>
              </a:buClr>
              <a:buSzPts val="6000"/>
              <a:buNone/>
              <a:defRPr sz="6000"/>
            </a:lvl4pPr>
            <a:lvl5pPr lvl="4">
              <a:spcBef>
                <a:spcPts val="0"/>
              </a:spcBef>
              <a:spcAft>
                <a:spcPts val="0"/>
              </a:spcAft>
              <a:buClr>
                <a:schemeClr val="lt1"/>
              </a:buClr>
              <a:buSzPts val="6000"/>
              <a:buNone/>
              <a:defRPr sz="6000"/>
            </a:lvl5pPr>
            <a:lvl6pPr lvl="5">
              <a:spcBef>
                <a:spcPts val="0"/>
              </a:spcBef>
              <a:spcAft>
                <a:spcPts val="0"/>
              </a:spcAft>
              <a:buClr>
                <a:schemeClr val="lt1"/>
              </a:buClr>
              <a:buSzPts val="6000"/>
              <a:buNone/>
              <a:defRPr sz="6000"/>
            </a:lvl6pPr>
            <a:lvl7pPr lvl="6">
              <a:spcBef>
                <a:spcPts val="0"/>
              </a:spcBef>
              <a:spcAft>
                <a:spcPts val="0"/>
              </a:spcAft>
              <a:buClr>
                <a:schemeClr val="lt1"/>
              </a:buClr>
              <a:buSzPts val="6000"/>
              <a:buNone/>
              <a:defRPr sz="6000"/>
            </a:lvl7pPr>
            <a:lvl8pPr lvl="7">
              <a:spcBef>
                <a:spcPts val="0"/>
              </a:spcBef>
              <a:spcAft>
                <a:spcPts val="0"/>
              </a:spcAft>
              <a:buClr>
                <a:schemeClr val="lt1"/>
              </a:buClr>
              <a:buSzPts val="6000"/>
              <a:buNone/>
              <a:defRPr sz="6000"/>
            </a:lvl8pPr>
            <a:lvl9pPr lvl="8">
              <a:spcBef>
                <a:spcPts val="0"/>
              </a:spcBef>
              <a:spcAft>
                <a:spcPts val="0"/>
              </a:spcAft>
              <a:buClr>
                <a:schemeClr val="lt1"/>
              </a:buClr>
              <a:buSzPts val="6000"/>
              <a:buNone/>
              <a:defRPr sz="6000"/>
            </a:lvl9pPr>
          </a:lstStyle>
          <a:p/>
        </p:txBody>
      </p:sp>
      <p:sp>
        <p:nvSpPr>
          <p:cNvPr id="917" name="Google Shape;917;p34"/>
          <p:cNvSpPr txBox="1"/>
          <p:nvPr>
            <p:ph idx="1" type="body"/>
          </p:nvPr>
        </p:nvSpPr>
        <p:spPr>
          <a:xfrm>
            <a:off x="508950" y="3845575"/>
            <a:ext cx="4499700" cy="8697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18" name="Google Shape;918;p34"/>
          <p:cNvSpPr txBox="1"/>
          <p:nvPr>
            <p:ph idx="2" type="subTitle"/>
          </p:nvPr>
        </p:nvSpPr>
        <p:spPr>
          <a:xfrm rot="-252596">
            <a:off x="5199023" y="3875031"/>
            <a:ext cx="1487514" cy="689167"/>
          </a:xfrm>
          <a:prstGeom prst="rect">
            <a:avLst/>
          </a:prstGeom>
        </p:spPr>
        <p:txBody>
          <a:bodyPr anchorCtr="0" anchor="ctr" bIns="91425" lIns="182875" spcFirstLastPara="1" rIns="182875" wrap="square" tIns="91425">
            <a:noAutofit/>
          </a:bodyPr>
          <a:lstStyle>
            <a:lvl1pPr lvl="0" algn="ctr">
              <a:spcBef>
                <a:spcPts val="0"/>
              </a:spcBef>
              <a:spcAft>
                <a:spcPts val="0"/>
              </a:spcAft>
              <a:buSzPts val="1200"/>
              <a:buNone/>
              <a:defRPr b="1"/>
            </a:lvl1pPr>
            <a:lvl2pPr lvl="1" algn="ctr">
              <a:spcBef>
                <a:spcPts val="800"/>
              </a:spcBef>
              <a:spcAft>
                <a:spcPts val="0"/>
              </a:spcAft>
              <a:buSzPts val="1000"/>
              <a:buNone/>
              <a:defRPr b="1" sz="1000"/>
            </a:lvl2pPr>
            <a:lvl3pPr lvl="2" algn="ctr">
              <a:spcBef>
                <a:spcPts val="800"/>
              </a:spcBef>
              <a:spcAft>
                <a:spcPts val="0"/>
              </a:spcAft>
              <a:buSzPts val="1000"/>
              <a:buNone/>
              <a:defRPr b="1" sz="1000"/>
            </a:lvl3pPr>
            <a:lvl4pPr lvl="3" algn="ctr">
              <a:spcBef>
                <a:spcPts val="800"/>
              </a:spcBef>
              <a:spcAft>
                <a:spcPts val="0"/>
              </a:spcAft>
              <a:buSzPts val="1000"/>
              <a:buNone/>
              <a:defRPr b="1" sz="1000"/>
            </a:lvl4pPr>
            <a:lvl5pPr lvl="4" algn="ctr">
              <a:spcBef>
                <a:spcPts val="800"/>
              </a:spcBef>
              <a:spcAft>
                <a:spcPts val="0"/>
              </a:spcAft>
              <a:buSzPts val="1000"/>
              <a:buNone/>
              <a:defRPr b="1" sz="1000"/>
            </a:lvl5pPr>
            <a:lvl6pPr lvl="5" algn="ctr">
              <a:spcBef>
                <a:spcPts val="800"/>
              </a:spcBef>
              <a:spcAft>
                <a:spcPts val="0"/>
              </a:spcAft>
              <a:buSzPts val="1000"/>
              <a:buNone/>
              <a:defRPr b="1" sz="1000"/>
            </a:lvl6pPr>
            <a:lvl7pPr lvl="6" algn="ctr">
              <a:spcBef>
                <a:spcPts val="800"/>
              </a:spcBef>
              <a:spcAft>
                <a:spcPts val="0"/>
              </a:spcAft>
              <a:buSzPts val="1000"/>
              <a:buNone/>
              <a:defRPr b="1" sz="1000"/>
            </a:lvl7pPr>
            <a:lvl8pPr lvl="7" algn="ctr">
              <a:spcBef>
                <a:spcPts val="800"/>
              </a:spcBef>
              <a:spcAft>
                <a:spcPts val="0"/>
              </a:spcAft>
              <a:buSzPts val="1000"/>
              <a:buNone/>
              <a:defRPr b="1" sz="1000"/>
            </a:lvl8pPr>
            <a:lvl9pPr lvl="8" algn="ctr">
              <a:spcBef>
                <a:spcPts val="800"/>
              </a:spcBef>
              <a:spcAft>
                <a:spcPts val="800"/>
              </a:spcAft>
              <a:buSzPts val="1000"/>
              <a:buNone/>
              <a:defRPr b="1" sz="1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Notes with dark background">
  <p:cSld name="CUSTOM_1_1_1_4">
    <p:bg>
      <p:bgPr>
        <a:solidFill>
          <a:schemeClr val="lt1"/>
        </a:solidFill>
      </p:bgPr>
    </p:bg>
    <p:spTree>
      <p:nvGrpSpPr>
        <p:cNvPr id="919" name="Shape 919"/>
        <p:cNvGrpSpPr/>
        <p:nvPr/>
      </p:nvGrpSpPr>
      <p:grpSpPr>
        <a:xfrm>
          <a:off x="0" y="0"/>
          <a:ext cx="0" cy="0"/>
          <a:chOff x="0" y="0"/>
          <a:chExt cx="0" cy="0"/>
        </a:xfrm>
      </p:grpSpPr>
      <p:sp>
        <p:nvSpPr>
          <p:cNvPr id="920" name="Google Shape;920;p35"/>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1" name="Google Shape;921;p35"/>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2" name="Google Shape;922;p35"/>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3" name="Google Shape;923;p35"/>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924" name="Google Shape;924;p35"/>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925" name="Google Shape;925;p35"/>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926" name="Google Shape;926;p35"/>
          <p:cNvSpPr txBox="1"/>
          <p:nvPr>
            <p:ph type="title"/>
          </p:nvPr>
        </p:nvSpPr>
        <p:spPr>
          <a:xfrm>
            <a:off x="2563250" y="1900525"/>
            <a:ext cx="1767000" cy="11742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dk1"/>
              </a:buClr>
              <a:buSzPts val="900"/>
              <a:buFont typeface="Arial"/>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7" name="Google Shape;927;p35"/>
          <p:cNvSpPr txBox="1"/>
          <p:nvPr>
            <p:ph idx="2" type="title"/>
          </p:nvPr>
        </p:nvSpPr>
        <p:spPr>
          <a:xfrm rot="-261567">
            <a:off x="710939" y="1685986"/>
            <a:ext cx="1847044" cy="1173986"/>
          </a:xfrm>
          <a:prstGeom prst="rect">
            <a:avLst/>
          </a:prstGeom>
        </p:spPr>
        <p:txBody>
          <a:bodyPr anchorCtr="0" anchor="ctr" bIns="91425" lIns="274300" spcFirstLastPara="1" rIns="91425" wrap="square" tIns="91425">
            <a:sp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8" name="Google Shape;928;p35"/>
          <p:cNvSpPr txBox="1"/>
          <p:nvPr>
            <p:ph idx="3" type="title"/>
          </p:nvPr>
        </p:nvSpPr>
        <p:spPr>
          <a:xfrm rot="520">
            <a:off x="4330173" y="1683025"/>
            <a:ext cx="1981500" cy="1310700"/>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9" name="Google Shape;929;p35"/>
          <p:cNvSpPr txBox="1"/>
          <p:nvPr>
            <p:ph idx="4" type="title"/>
          </p:nvPr>
        </p:nvSpPr>
        <p:spPr>
          <a:xfrm rot="158281">
            <a:off x="6392594" y="1886282"/>
            <a:ext cx="1981500" cy="1310588"/>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30" name="Google Shape;930;p35"/>
          <p:cNvSpPr txBox="1"/>
          <p:nvPr>
            <p:ph idx="5" type="title"/>
          </p:nvPr>
        </p:nvSpPr>
        <p:spPr>
          <a:xfrm rot="-204021">
            <a:off x="3560217" y="3689616"/>
            <a:ext cx="1608432" cy="681005"/>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200"/>
              <a:buFont typeface="Manrope"/>
              <a:buNone/>
              <a:defRPr sz="1200">
                <a:solidFill>
                  <a:schemeClr val="dk1"/>
                </a:solidFill>
                <a:latin typeface="Manrope"/>
                <a:ea typeface="Manrope"/>
                <a:cs typeface="Manrope"/>
                <a:sym typeface="Manrope"/>
              </a:defRPr>
            </a:lvl1pPr>
            <a:lvl2pPr lvl="1"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2pPr>
            <a:lvl3pPr lvl="2"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3pPr>
            <a:lvl4pPr lvl="3"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4pPr>
            <a:lvl5pPr lvl="4"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5pPr>
            <a:lvl6pPr lvl="5"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6pPr>
            <a:lvl7pPr lvl="6"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7pPr>
            <a:lvl8pPr lvl="7"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8pPr>
            <a:lvl9pPr lvl="8"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 Alt 1">
  <p:cSld name="CUSTOM_1_1_3_1_3">
    <p:spTree>
      <p:nvGrpSpPr>
        <p:cNvPr id="931" name="Shape 931"/>
        <p:cNvGrpSpPr/>
        <p:nvPr/>
      </p:nvGrpSpPr>
      <p:grpSpPr>
        <a:xfrm>
          <a:off x="0" y="0"/>
          <a:ext cx="0" cy="0"/>
          <a:chOff x="0" y="0"/>
          <a:chExt cx="0" cy="0"/>
        </a:xfrm>
      </p:grpSpPr>
      <p:grpSp>
        <p:nvGrpSpPr>
          <p:cNvPr id="932" name="Google Shape;932;p36"/>
          <p:cNvGrpSpPr/>
          <p:nvPr/>
        </p:nvGrpSpPr>
        <p:grpSpPr>
          <a:xfrm>
            <a:off x="392964" y="576950"/>
            <a:ext cx="8764835" cy="4114800"/>
            <a:chOff x="374175" y="576950"/>
            <a:chExt cx="8783280" cy="4114800"/>
          </a:xfrm>
        </p:grpSpPr>
        <p:cxnSp>
          <p:nvCxnSpPr>
            <p:cNvPr id="933" name="Google Shape;933;p36"/>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4" name="Google Shape;934;p36"/>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5" name="Google Shape;935;p36"/>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6" name="Google Shape;936;p36"/>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7" name="Google Shape;937;p36"/>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8" name="Google Shape;938;p36"/>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9" name="Google Shape;939;p36"/>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40" name="Google Shape;940;p36"/>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41" name="Google Shape;941;p36"/>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942" name="Google Shape;942;p36"/>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943" name="Google Shape;943;p36"/>
          <p:cNvGrpSpPr/>
          <p:nvPr/>
        </p:nvGrpSpPr>
        <p:grpSpPr>
          <a:xfrm>
            <a:off x="114421" y="175123"/>
            <a:ext cx="134104" cy="4750255"/>
            <a:chOff x="114421" y="175123"/>
            <a:chExt cx="134104" cy="4750255"/>
          </a:xfrm>
        </p:grpSpPr>
        <p:grpSp>
          <p:nvGrpSpPr>
            <p:cNvPr id="944" name="Google Shape;944;p36"/>
            <p:cNvGrpSpPr/>
            <p:nvPr/>
          </p:nvGrpSpPr>
          <p:grpSpPr>
            <a:xfrm>
              <a:off x="114421" y="175123"/>
              <a:ext cx="134104" cy="4334807"/>
              <a:chOff x="5432271" y="383100"/>
              <a:chExt cx="137854" cy="4456010"/>
            </a:xfrm>
          </p:grpSpPr>
          <p:grpSp>
            <p:nvGrpSpPr>
              <p:cNvPr id="945" name="Google Shape;945;p36"/>
              <p:cNvGrpSpPr/>
              <p:nvPr/>
            </p:nvGrpSpPr>
            <p:grpSpPr>
              <a:xfrm>
                <a:off x="5432271" y="383100"/>
                <a:ext cx="137854" cy="981668"/>
                <a:chOff x="5432271" y="383100"/>
                <a:chExt cx="137854" cy="981668"/>
              </a:xfrm>
            </p:grpSpPr>
            <p:sp>
              <p:nvSpPr>
                <p:cNvPr id="946" name="Google Shape;946;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47" name="Google Shape;947;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48" name="Google Shape;948;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49" name="Google Shape;949;p36"/>
              <p:cNvGrpSpPr/>
              <p:nvPr/>
            </p:nvGrpSpPr>
            <p:grpSpPr>
              <a:xfrm>
                <a:off x="5432271" y="1678500"/>
                <a:ext cx="137854" cy="981668"/>
                <a:chOff x="5432271" y="383100"/>
                <a:chExt cx="137854" cy="981668"/>
              </a:xfrm>
            </p:grpSpPr>
            <p:sp>
              <p:nvSpPr>
                <p:cNvPr id="950" name="Google Shape;950;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1" name="Google Shape;951;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2" name="Google Shape;952;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53" name="Google Shape;953;p36"/>
              <p:cNvGrpSpPr/>
              <p:nvPr/>
            </p:nvGrpSpPr>
            <p:grpSpPr>
              <a:xfrm>
                <a:off x="5432271" y="2973900"/>
                <a:ext cx="137854" cy="981668"/>
                <a:chOff x="5432271" y="383100"/>
                <a:chExt cx="137854" cy="981668"/>
              </a:xfrm>
            </p:grpSpPr>
            <p:sp>
              <p:nvSpPr>
                <p:cNvPr id="954" name="Google Shape;954;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5" name="Google Shape;955;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6" name="Google Shape;956;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57" name="Google Shape;957;p36"/>
              <p:cNvGrpSpPr/>
              <p:nvPr/>
            </p:nvGrpSpPr>
            <p:grpSpPr>
              <a:xfrm>
                <a:off x="5432271" y="4269300"/>
                <a:ext cx="137854" cy="569810"/>
                <a:chOff x="5432271" y="383100"/>
                <a:chExt cx="137854" cy="569810"/>
              </a:xfrm>
            </p:grpSpPr>
            <p:sp>
              <p:nvSpPr>
                <p:cNvPr id="958" name="Google Shape;958;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9" name="Google Shape;959;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960" name="Google Shape;960;p36"/>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961" name="Google Shape;961;p36"/>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2" name="Google Shape;962;p36"/>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3" name="Google Shape;963;p36"/>
          <p:cNvSpPr txBox="1"/>
          <p:nvPr>
            <p:ph idx="2" type="subTitle"/>
          </p:nvPr>
        </p:nvSpPr>
        <p:spPr>
          <a:xfrm>
            <a:off x="1541800"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4" name="Google Shape;964;p36"/>
          <p:cNvSpPr txBox="1"/>
          <p:nvPr>
            <p:ph idx="3" type="subTitle"/>
          </p:nvPr>
        </p:nvSpPr>
        <p:spPr>
          <a:xfrm>
            <a:off x="34230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5" name="Google Shape;965;p36"/>
          <p:cNvSpPr txBox="1"/>
          <p:nvPr>
            <p:ph idx="4" type="subTitle"/>
          </p:nvPr>
        </p:nvSpPr>
        <p:spPr>
          <a:xfrm>
            <a:off x="53077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6" name="Google Shape;966;p36"/>
          <p:cNvSpPr txBox="1"/>
          <p:nvPr>
            <p:ph idx="5" type="subTitle"/>
          </p:nvPr>
        </p:nvSpPr>
        <p:spPr>
          <a:xfrm>
            <a:off x="7170900" y="1729575"/>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7" name="Google Shape;967;p36"/>
          <p:cNvSpPr txBox="1"/>
          <p:nvPr>
            <p:ph idx="6" type="body"/>
          </p:nvPr>
        </p:nvSpPr>
        <p:spPr>
          <a:xfrm>
            <a:off x="13044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68" name="Google Shape;968;p36"/>
          <p:cNvSpPr txBox="1"/>
          <p:nvPr>
            <p:ph idx="7" type="body"/>
          </p:nvPr>
        </p:nvSpPr>
        <p:spPr>
          <a:xfrm>
            <a:off x="31303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69" name="Google Shape;969;p36"/>
          <p:cNvSpPr txBox="1"/>
          <p:nvPr>
            <p:ph idx="8" type="body"/>
          </p:nvPr>
        </p:nvSpPr>
        <p:spPr>
          <a:xfrm>
            <a:off x="49802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70" name="Google Shape;970;p36"/>
          <p:cNvSpPr txBox="1"/>
          <p:nvPr>
            <p:ph idx="9" type="body"/>
          </p:nvPr>
        </p:nvSpPr>
        <p:spPr>
          <a:xfrm>
            <a:off x="6878250"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71" name="Shape 971"/>
        <p:cNvGrpSpPr/>
        <p:nvPr/>
      </p:nvGrpSpPr>
      <p:grpSpPr>
        <a:xfrm>
          <a:off x="0" y="0"/>
          <a:ext cx="0" cy="0"/>
          <a:chOff x="0" y="0"/>
          <a:chExt cx="0" cy="0"/>
        </a:xfrm>
      </p:grpSpPr>
      <p:sp>
        <p:nvSpPr>
          <p:cNvPr id="972" name="Google Shape;972;p37"/>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73" name="Google Shape;973;p37"/>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74" name="Shape 974"/>
        <p:cNvGrpSpPr/>
        <p:nvPr/>
      </p:nvGrpSpPr>
      <p:grpSpPr>
        <a:xfrm>
          <a:off x="0" y="0"/>
          <a:ext cx="0" cy="0"/>
          <a:chOff x="0" y="0"/>
          <a:chExt cx="0" cy="0"/>
        </a:xfrm>
      </p:grpSpPr>
      <p:sp>
        <p:nvSpPr>
          <p:cNvPr id="975" name="Google Shape;975;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76" name="Shape 976"/>
        <p:cNvGrpSpPr/>
        <p:nvPr/>
      </p:nvGrpSpPr>
      <p:grpSpPr>
        <a:xfrm>
          <a:off x="0" y="0"/>
          <a:ext cx="0" cy="0"/>
          <a:chOff x="0" y="0"/>
          <a:chExt cx="0" cy="0"/>
        </a:xfrm>
      </p:grpSpPr>
      <p:sp>
        <p:nvSpPr>
          <p:cNvPr id="977" name="Google Shape;977;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8" name="Google Shape;978;p39"/>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79" name="Shape 979"/>
        <p:cNvGrpSpPr/>
        <p:nvPr/>
      </p:nvGrpSpPr>
      <p:grpSpPr>
        <a:xfrm>
          <a:off x="0" y="0"/>
          <a:ext cx="0" cy="0"/>
          <a:chOff x="0" y="0"/>
          <a:chExt cx="0" cy="0"/>
        </a:xfrm>
      </p:grpSpPr>
      <p:sp>
        <p:nvSpPr>
          <p:cNvPr id="980" name="Google Shape;980;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81" name="Google Shape;981;p40"/>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82" name="Google Shape;982;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83" name="Shape 983"/>
        <p:cNvGrpSpPr/>
        <p:nvPr/>
      </p:nvGrpSpPr>
      <p:grpSpPr>
        <a:xfrm>
          <a:off x="0" y="0"/>
          <a:ext cx="0" cy="0"/>
          <a:chOff x="0" y="0"/>
          <a:chExt cx="0" cy="0"/>
        </a:xfrm>
      </p:grpSpPr>
      <p:sp>
        <p:nvSpPr>
          <p:cNvPr id="984" name="Google Shape;984;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85" name="Shape 985"/>
        <p:cNvGrpSpPr/>
        <p:nvPr/>
      </p:nvGrpSpPr>
      <p:grpSpPr>
        <a:xfrm>
          <a:off x="0" y="0"/>
          <a:ext cx="0" cy="0"/>
          <a:chOff x="0" y="0"/>
          <a:chExt cx="0" cy="0"/>
        </a:xfrm>
      </p:grpSpPr>
      <p:sp>
        <p:nvSpPr>
          <p:cNvPr id="986" name="Google Shape;986;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7" name="Google Shape;987;p42"/>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988" name="Shape 988"/>
        <p:cNvGrpSpPr/>
        <p:nvPr/>
      </p:nvGrpSpPr>
      <p:grpSpPr>
        <a:xfrm>
          <a:off x="0" y="0"/>
          <a:ext cx="0" cy="0"/>
          <a:chOff x="0" y="0"/>
          <a:chExt cx="0" cy="0"/>
        </a:xfrm>
      </p:grpSpPr>
      <p:sp>
        <p:nvSpPr>
          <p:cNvPr id="989" name="Google Shape;989;p43"/>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90" name="Shape 990"/>
        <p:cNvGrpSpPr/>
        <p:nvPr/>
      </p:nvGrpSpPr>
      <p:grpSpPr>
        <a:xfrm>
          <a:off x="0" y="0"/>
          <a:ext cx="0" cy="0"/>
          <a:chOff x="0" y="0"/>
          <a:chExt cx="0" cy="0"/>
        </a:xfrm>
      </p:grpSpPr>
      <p:sp>
        <p:nvSpPr>
          <p:cNvPr id="991" name="Google Shape;991;p44"/>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92" name="Google Shape;992;p44"/>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993" name="Google Shape;993;p44"/>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994" name="Shape 994"/>
        <p:cNvGrpSpPr/>
        <p:nvPr/>
      </p:nvGrpSpPr>
      <p:grpSpPr>
        <a:xfrm>
          <a:off x="0" y="0"/>
          <a:ext cx="0" cy="0"/>
          <a:chOff x="0" y="0"/>
          <a:chExt cx="0" cy="0"/>
        </a:xfrm>
      </p:grpSpPr>
      <p:sp>
        <p:nvSpPr>
          <p:cNvPr id="995" name="Google Shape;995;p45"/>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96" name="Shape 996"/>
        <p:cNvGrpSpPr/>
        <p:nvPr/>
      </p:nvGrpSpPr>
      <p:grpSpPr>
        <a:xfrm>
          <a:off x="0" y="0"/>
          <a:ext cx="0" cy="0"/>
          <a:chOff x="0" y="0"/>
          <a:chExt cx="0" cy="0"/>
        </a:xfrm>
      </p:grpSpPr>
      <p:sp>
        <p:nvSpPr>
          <p:cNvPr id="997" name="Google Shape;997;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98" name="Google Shape;998;p46"/>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04800" lvl="0" marL="457200" algn="ctr">
              <a:spcBef>
                <a:spcPts val="0"/>
              </a:spcBef>
              <a:spcAft>
                <a:spcPts val="0"/>
              </a:spcAft>
              <a:buSzPts val="1200"/>
              <a:buChar char="●"/>
              <a:defRPr/>
            </a:lvl1pPr>
            <a:lvl2pPr indent="-304800" lvl="1" marL="914400" algn="ctr">
              <a:spcBef>
                <a:spcPts val="800"/>
              </a:spcBef>
              <a:spcAft>
                <a:spcPts val="0"/>
              </a:spcAft>
              <a:buSzPts val="1200"/>
              <a:buChar char="○"/>
              <a:defRPr/>
            </a:lvl2pPr>
            <a:lvl3pPr indent="-304800" lvl="2" marL="1371600" algn="ctr">
              <a:spcBef>
                <a:spcPts val="800"/>
              </a:spcBef>
              <a:spcAft>
                <a:spcPts val="0"/>
              </a:spcAft>
              <a:buSzPts val="1200"/>
              <a:buChar char="■"/>
              <a:defRPr/>
            </a:lvl3pPr>
            <a:lvl4pPr indent="-304800" lvl="3" marL="1828800" algn="ctr">
              <a:spcBef>
                <a:spcPts val="800"/>
              </a:spcBef>
              <a:spcAft>
                <a:spcPts val="0"/>
              </a:spcAft>
              <a:buSzPts val="1200"/>
              <a:buChar char="●"/>
              <a:defRPr/>
            </a:lvl4pPr>
            <a:lvl5pPr indent="-304800" lvl="4" marL="2286000" algn="ctr">
              <a:spcBef>
                <a:spcPts val="800"/>
              </a:spcBef>
              <a:spcAft>
                <a:spcPts val="0"/>
              </a:spcAft>
              <a:buSzPts val="1200"/>
              <a:buChar char="○"/>
              <a:defRPr/>
            </a:lvl5pPr>
            <a:lvl6pPr indent="-304800" lvl="5" marL="2743200" algn="ctr">
              <a:spcBef>
                <a:spcPts val="800"/>
              </a:spcBef>
              <a:spcAft>
                <a:spcPts val="0"/>
              </a:spcAft>
              <a:buSzPts val="1200"/>
              <a:buChar char="■"/>
              <a:defRPr/>
            </a:lvl6pPr>
            <a:lvl7pPr indent="-304800" lvl="6" marL="3200400" algn="ctr">
              <a:spcBef>
                <a:spcPts val="800"/>
              </a:spcBef>
              <a:spcAft>
                <a:spcPts val="0"/>
              </a:spcAft>
              <a:buSzPts val="1200"/>
              <a:buChar char="●"/>
              <a:defRPr/>
            </a:lvl7pPr>
            <a:lvl8pPr indent="-304800" lvl="7" marL="3657600" algn="ctr">
              <a:spcBef>
                <a:spcPts val="800"/>
              </a:spcBef>
              <a:spcAft>
                <a:spcPts val="0"/>
              </a:spcAft>
              <a:buSzPts val="1200"/>
              <a:buChar char="○"/>
              <a:defRPr/>
            </a:lvl8pPr>
            <a:lvl9pPr indent="-304800" lvl="8" marL="4114800" algn="ctr">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99" name="Shape 999"/>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00" name="Shape 1000"/>
        <p:cNvGrpSpPr/>
        <p:nvPr/>
      </p:nvGrpSpPr>
      <p:grpSpPr>
        <a:xfrm>
          <a:off x="0" y="0"/>
          <a:ext cx="0" cy="0"/>
          <a:chOff x="0" y="0"/>
          <a:chExt cx="0" cy="0"/>
        </a:xfrm>
      </p:grpSpPr>
      <p:sp>
        <p:nvSpPr>
          <p:cNvPr id="1001" name="Google Shape;1001;p48"/>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2" name="Google Shape;1002;p4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3" name="Google Shape;1003;p4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4" name="Google Shape;1004;p4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5" name="Google Shape;1005;p4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6" name="Google Shape;1006;p4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7" name="Google Shape;1007;p4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008" name="Shape 1008"/>
        <p:cNvGrpSpPr/>
        <p:nvPr/>
      </p:nvGrpSpPr>
      <p:grpSpPr>
        <a:xfrm>
          <a:off x="0" y="0"/>
          <a:ext cx="0" cy="0"/>
          <a:chOff x="0" y="0"/>
          <a:chExt cx="0" cy="0"/>
        </a:xfrm>
      </p:grpSpPr>
      <p:sp>
        <p:nvSpPr>
          <p:cNvPr id="1009" name="Google Shape;1009;p4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0" name="Google Shape;1010;p49"/>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1" name="Google Shape;1011;p4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012" name="Shape 1012"/>
        <p:cNvGrpSpPr/>
        <p:nvPr/>
      </p:nvGrpSpPr>
      <p:grpSpPr>
        <a:xfrm>
          <a:off x="0" y="0"/>
          <a:ext cx="0" cy="0"/>
          <a:chOff x="0" y="0"/>
          <a:chExt cx="0" cy="0"/>
        </a:xfrm>
      </p:grpSpPr>
      <p:sp>
        <p:nvSpPr>
          <p:cNvPr id="1013" name="Google Shape;1013;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4" name="Google Shape;1014;p50"/>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5" name="Google Shape;1015;p50"/>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6" name="Google Shape;1016;p5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17" name="Google Shape;1017;p5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018" name="Shape 1018"/>
        <p:cNvGrpSpPr/>
        <p:nvPr/>
      </p:nvGrpSpPr>
      <p:grpSpPr>
        <a:xfrm>
          <a:off x="0" y="0"/>
          <a:ext cx="0" cy="0"/>
          <a:chOff x="0" y="0"/>
          <a:chExt cx="0" cy="0"/>
        </a:xfrm>
      </p:grpSpPr>
      <p:sp>
        <p:nvSpPr>
          <p:cNvPr id="1019" name="Google Shape;1019;p51"/>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20" name="Google Shape;1020;p51"/>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21" name="Google Shape;1021;p51"/>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2" name="Google Shape;1022;p51"/>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3" name="Google Shape;1023;p51"/>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4" name="Google Shape;1024;p51"/>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5" name="Google Shape;1025;p51"/>
          <p:cNvSpPr txBox="1"/>
          <p:nvPr>
            <p:ph idx="6"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026" name="Shape 1026"/>
        <p:cNvGrpSpPr/>
        <p:nvPr/>
      </p:nvGrpSpPr>
      <p:grpSpPr>
        <a:xfrm>
          <a:off x="0" y="0"/>
          <a:ext cx="0" cy="0"/>
          <a:chOff x="0" y="0"/>
          <a:chExt cx="0" cy="0"/>
        </a:xfrm>
      </p:grpSpPr>
      <p:sp>
        <p:nvSpPr>
          <p:cNvPr id="1027" name="Google Shape;1027;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8" name="Google Shape;1028;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029" name="Shape 1029"/>
        <p:cNvGrpSpPr/>
        <p:nvPr/>
      </p:nvGrpSpPr>
      <p:grpSpPr>
        <a:xfrm>
          <a:off x="0" y="0"/>
          <a:ext cx="0" cy="0"/>
          <a:chOff x="0" y="0"/>
          <a:chExt cx="0" cy="0"/>
        </a:xfrm>
      </p:grpSpPr>
      <p:sp>
        <p:nvSpPr>
          <p:cNvPr id="1030" name="Google Shape;1030;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1" name="Google Shape;1031;p53"/>
          <p:cNvSpPr/>
          <p:nvPr>
            <p:ph idx="2" type="pic"/>
          </p:nvPr>
        </p:nvSpPr>
        <p:spPr>
          <a:xfrm>
            <a:off x="4804825" y="1133300"/>
            <a:ext cx="4027500" cy="2392800"/>
          </a:xfrm>
          <a:prstGeom prst="rect">
            <a:avLst/>
          </a:prstGeom>
          <a:noFill/>
          <a:ln>
            <a:noFill/>
          </a:ln>
        </p:spPr>
      </p:sp>
      <p:sp>
        <p:nvSpPr>
          <p:cNvPr id="1032" name="Google Shape;1032;p53"/>
          <p:cNvSpPr/>
          <p:nvPr>
            <p:ph idx="3" type="pic"/>
          </p:nvPr>
        </p:nvSpPr>
        <p:spPr>
          <a:xfrm>
            <a:off x="311725" y="1133300"/>
            <a:ext cx="4027500" cy="2392800"/>
          </a:xfrm>
          <a:prstGeom prst="rect">
            <a:avLst/>
          </a:prstGeom>
          <a:noFill/>
          <a:ln>
            <a:noFill/>
          </a:ln>
        </p:spPr>
      </p:sp>
      <p:sp>
        <p:nvSpPr>
          <p:cNvPr id="1033" name="Google Shape;1033;p53"/>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4" name="Google Shape;1034;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5" name="Google Shape;1035;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36" name="Google Shape;1036;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037" name="Shape 1037"/>
        <p:cNvGrpSpPr/>
        <p:nvPr/>
      </p:nvGrpSpPr>
      <p:grpSpPr>
        <a:xfrm>
          <a:off x="0" y="0"/>
          <a:ext cx="0" cy="0"/>
          <a:chOff x="0" y="0"/>
          <a:chExt cx="0" cy="0"/>
        </a:xfrm>
      </p:grpSpPr>
      <p:sp>
        <p:nvSpPr>
          <p:cNvPr id="1038" name="Google Shape;1038;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9" name="Google Shape;1039;p54"/>
          <p:cNvSpPr/>
          <p:nvPr>
            <p:ph idx="2" type="pic"/>
          </p:nvPr>
        </p:nvSpPr>
        <p:spPr>
          <a:xfrm>
            <a:off x="6205225" y="1128325"/>
            <a:ext cx="2627100" cy="2273100"/>
          </a:xfrm>
          <a:prstGeom prst="rect">
            <a:avLst/>
          </a:prstGeom>
          <a:noFill/>
          <a:ln>
            <a:noFill/>
          </a:ln>
        </p:spPr>
      </p:sp>
      <p:sp>
        <p:nvSpPr>
          <p:cNvPr id="1040" name="Google Shape;1040;p54"/>
          <p:cNvSpPr/>
          <p:nvPr>
            <p:ph idx="3" type="pic"/>
          </p:nvPr>
        </p:nvSpPr>
        <p:spPr>
          <a:xfrm>
            <a:off x="311725" y="1128325"/>
            <a:ext cx="2627100" cy="2273100"/>
          </a:xfrm>
          <a:prstGeom prst="rect">
            <a:avLst/>
          </a:prstGeom>
          <a:noFill/>
          <a:ln>
            <a:noFill/>
          </a:ln>
        </p:spPr>
      </p:sp>
      <p:sp>
        <p:nvSpPr>
          <p:cNvPr id="1041" name="Google Shape;1041;p54"/>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42" name="Google Shape;1042;p54"/>
          <p:cNvSpPr/>
          <p:nvPr>
            <p:ph idx="5" type="pic"/>
          </p:nvPr>
        </p:nvSpPr>
        <p:spPr>
          <a:xfrm>
            <a:off x="3255250" y="1128325"/>
            <a:ext cx="2627100" cy="2273100"/>
          </a:xfrm>
          <a:prstGeom prst="rect">
            <a:avLst/>
          </a:prstGeom>
          <a:noFill/>
          <a:ln>
            <a:noFill/>
          </a:ln>
        </p:spPr>
      </p:sp>
      <p:sp>
        <p:nvSpPr>
          <p:cNvPr id="1043" name="Google Shape;1043;p54"/>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44" name="Google Shape;1044;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45" name="Google Shape;104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46" name="Google Shape;104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47" name="Google Shape;104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048" name="Shape 1048"/>
        <p:cNvGrpSpPr/>
        <p:nvPr/>
      </p:nvGrpSpPr>
      <p:grpSpPr>
        <a:xfrm>
          <a:off x="0" y="0"/>
          <a:ext cx="0" cy="0"/>
          <a:chOff x="0" y="0"/>
          <a:chExt cx="0" cy="0"/>
        </a:xfrm>
      </p:grpSpPr>
      <p:sp>
        <p:nvSpPr>
          <p:cNvPr id="1049" name="Google Shape;1049;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050" name="Shape 1050"/>
        <p:cNvGrpSpPr/>
        <p:nvPr/>
      </p:nvGrpSpPr>
      <p:grpSpPr>
        <a:xfrm>
          <a:off x="0" y="0"/>
          <a:ext cx="0" cy="0"/>
          <a:chOff x="0" y="0"/>
          <a:chExt cx="0" cy="0"/>
        </a:xfrm>
      </p:grpSpPr>
      <p:sp>
        <p:nvSpPr>
          <p:cNvPr id="1051" name="Google Shape;1051;p56"/>
          <p:cNvSpPr/>
          <p:nvPr>
            <p:ph idx="2" type="pic"/>
          </p:nvPr>
        </p:nvSpPr>
        <p:spPr>
          <a:xfrm>
            <a:off x="3389600" y="118913"/>
            <a:ext cx="1643700" cy="1535100"/>
          </a:xfrm>
          <a:prstGeom prst="rect">
            <a:avLst/>
          </a:prstGeom>
          <a:noFill/>
          <a:ln>
            <a:noFill/>
          </a:ln>
        </p:spPr>
      </p:sp>
      <p:sp>
        <p:nvSpPr>
          <p:cNvPr id="1052" name="Google Shape;1052;p56"/>
          <p:cNvSpPr/>
          <p:nvPr>
            <p:ph idx="3" type="pic"/>
          </p:nvPr>
        </p:nvSpPr>
        <p:spPr>
          <a:xfrm>
            <a:off x="5195935" y="118913"/>
            <a:ext cx="1643700" cy="1535100"/>
          </a:xfrm>
          <a:prstGeom prst="rect">
            <a:avLst/>
          </a:prstGeom>
          <a:noFill/>
          <a:ln>
            <a:noFill/>
          </a:ln>
        </p:spPr>
      </p:sp>
      <p:sp>
        <p:nvSpPr>
          <p:cNvPr id="1053" name="Google Shape;1053;p56"/>
          <p:cNvSpPr/>
          <p:nvPr>
            <p:ph idx="4" type="pic"/>
          </p:nvPr>
        </p:nvSpPr>
        <p:spPr>
          <a:xfrm>
            <a:off x="7002270" y="118913"/>
            <a:ext cx="1643700" cy="1535100"/>
          </a:xfrm>
          <a:prstGeom prst="rect">
            <a:avLst/>
          </a:prstGeom>
          <a:noFill/>
          <a:ln>
            <a:noFill/>
          </a:ln>
        </p:spPr>
      </p:sp>
      <p:sp>
        <p:nvSpPr>
          <p:cNvPr id="1054" name="Google Shape;1054;p56"/>
          <p:cNvSpPr/>
          <p:nvPr>
            <p:ph idx="5" type="pic"/>
          </p:nvPr>
        </p:nvSpPr>
        <p:spPr>
          <a:xfrm>
            <a:off x="3389588" y="1804212"/>
            <a:ext cx="1643700" cy="1535100"/>
          </a:xfrm>
          <a:prstGeom prst="rect">
            <a:avLst/>
          </a:prstGeom>
          <a:noFill/>
          <a:ln>
            <a:noFill/>
          </a:ln>
        </p:spPr>
      </p:sp>
      <p:sp>
        <p:nvSpPr>
          <p:cNvPr id="1055" name="Google Shape;1055;p56"/>
          <p:cNvSpPr/>
          <p:nvPr>
            <p:ph idx="6" type="pic"/>
          </p:nvPr>
        </p:nvSpPr>
        <p:spPr>
          <a:xfrm>
            <a:off x="5195922" y="1804212"/>
            <a:ext cx="1643700" cy="1535100"/>
          </a:xfrm>
          <a:prstGeom prst="rect">
            <a:avLst/>
          </a:prstGeom>
          <a:noFill/>
          <a:ln>
            <a:noFill/>
          </a:ln>
        </p:spPr>
      </p:sp>
      <p:sp>
        <p:nvSpPr>
          <p:cNvPr id="1056" name="Google Shape;1056;p56"/>
          <p:cNvSpPr/>
          <p:nvPr>
            <p:ph idx="7" type="pic"/>
          </p:nvPr>
        </p:nvSpPr>
        <p:spPr>
          <a:xfrm>
            <a:off x="7002257" y="1804212"/>
            <a:ext cx="1643700" cy="1535100"/>
          </a:xfrm>
          <a:prstGeom prst="rect">
            <a:avLst/>
          </a:prstGeom>
          <a:noFill/>
          <a:ln>
            <a:noFill/>
          </a:ln>
        </p:spPr>
      </p:sp>
      <p:sp>
        <p:nvSpPr>
          <p:cNvPr id="1057" name="Google Shape;1057;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58" name="Google Shape;1058;p56"/>
          <p:cNvSpPr/>
          <p:nvPr>
            <p:ph idx="8" type="pic"/>
          </p:nvPr>
        </p:nvSpPr>
        <p:spPr>
          <a:xfrm>
            <a:off x="3389588" y="3489487"/>
            <a:ext cx="1643700" cy="1535100"/>
          </a:xfrm>
          <a:prstGeom prst="rect">
            <a:avLst/>
          </a:prstGeom>
          <a:noFill/>
          <a:ln>
            <a:noFill/>
          </a:ln>
        </p:spPr>
      </p:sp>
      <p:sp>
        <p:nvSpPr>
          <p:cNvPr id="1059" name="Google Shape;1059;p56"/>
          <p:cNvSpPr/>
          <p:nvPr>
            <p:ph idx="9" type="pic"/>
          </p:nvPr>
        </p:nvSpPr>
        <p:spPr>
          <a:xfrm>
            <a:off x="5195922" y="3489487"/>
            <a:ext cx="1643700" cy="1535100"/>
          </a:xfrm>
          <a:prstGeom prst="rect">
            <a:avLst/>
          </a:prstGeom>
          <a:noFill/>
          <a:ln>
            <a:noFill/>
          </a:ln>
        </p:spPr>
      </p:sp>
      <p:sp>
        <p:nvSpPr>
          <p:cNvPr id="1060" name="Google Shape;1060;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1.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Manrope"/>
              <a:buChar char="●"/>
              <a:defRPr sz="1200">
                <a:solidFill>
                  <a:schemeClr val="lt1"/>
                </a:solidFill>
                <a:latin typeface="Manrope"/>
                <a:ea typeface="Manrope"/>
                <a:cs typeface="Manrope"/>
                <a:sym typeface="Manrope"/>
              </a:defRPr>
            </a:lvl1pPr>
            <a:lvl2pPr indent="-304800" lvl="1" marL="914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2pPr>
            <a:lvl3pPr indent="-304800" lvl="2" marL="1371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3pPr>
            <a:lvl4pPr indent="-304800" lvl="3" marL="1828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4pPr>
            <a:lvl5pPr indent="-304800" lvl="4" marL="22860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5pPr>
            <a:lvl6pPr indent="-304800" lvl="5" marL="27432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6pPr>
            <a:lvl7pPr indent="-304800" lvl="6" marL="3200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7pPr>
            <a:lvl8pPr indent="-304800" lvl="7" marL="3657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8pPr>
            <a:lvl9pPr indent="-304800" lvl="8" marL="4114800">
              <a:lnSpc>
                <a:spcPct val="115000"/>
              </a:lnSpc>
              <a:spcBef>
                <a:spcPts val="800"/>
              </a:spcBef>
              <a:spcAft>
                <a:spcPts val="800"/>
              </a:spcAft>
              <a:buClr>
                <a:schemeClr val="lt1"/>
              </a:buClr>
              <a:buSzPts val="1200"/>
              <a:buFont typeface="Manrope"/>
              <a:buChar char="■"/>
              <a:defRPr sz="1200">
                <a:solidFill>
                  <a:schemeClr val="lt1"/>
                </a:solidFill>
                <a:latin typeface="Manrope"/>
                <a:ea typeface="Manrope"/>
                <a:cs typeface="Manrope"/>
                <a:sym typeface="Manrope"/>
              </a:defRPr>
            </a:lvl9pPr>
          </a:lstStyle>
          <a:p/>
        </p:txBody>
      </p:sp>
      <p:sp>
        <p:nvSpPr>
          <p:cNvPr id="52" name="Google Shape;52;p13"/>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000"/>
              <a:buFont typeface="Arial"/>
              <a:buNone/>
              <a:defRPr b="1" sz="3000">
                <a:solidFill>
                  <a:schemeClr val="lt1"/>
                </a:solidFill>
                <a:latin typeface="Anton"/>
                <a:ea typeface="Anton"/>
                <a:cs typeface="Anton"/>
                <a:sym typeface="Anton"/>
              </a:defRPr>
            </a:lvl1pPr>
            <a:lvl2pPr lvl="1">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2pPr>
            <a:lvl3pPr lvl="2">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3pPr>
            <a:lvl4pPr lvl="3">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4pPr>
            <a:lvl5pPr lvl="4">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5pPr>
            <a:lvl6pPr lvl="5">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6pPr>
            <a:lvl7pPr lvl="6">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7pPr>
            <a:lvl8pPr lvl="7">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8pPr>
            <a:lvl9pPr lvl="8">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5.jpg"/><Relationship Id="rId5"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jpg"/><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4.jp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1.jpg"/><Relationship Id="rId5"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12.jpg"/><Relationship Id="rId5"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7.jpg"/><Relationship Id="rId5"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57"/>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rgbClr val="000000"/>
              </a:buClr>
              <a:buSzPts val="6400"/>
              <a:buFont typeface="Arial"/>
              <a:buNone/>
            </a:pPr>
            <a:r>
              <a:rPr lang="en"/>
              <a:t>Measuring Stress During Exams </a:t>
            </a:r>
            <a:endParaRPr/>
          </a:p>
        </p:txBody>
      </p:sp>
      <p:sp>
        <p:nvSpPr>
          <p:cNvPr id="1066" name="Google Shape;1066;p57"/>
          <p:cNvSpPr txBox="1"/>
          <p:nvPr>
            <p:ph idx="2" type="title"/>
          </p:nvPr>
        </p:nvSpPr>
        <p:spPr>
          <a:xfrm rot="-53728">
            <a:off x="5548096" y="3228541"/>
            <a:ext cx="940615" cy="492662"/>
          </a:xfrm>
          <a:prstGeom prst="rect">
            <a:avLst/>
          </a:prstGeom>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1000"/>
              <a:buNone/>
            </a:pPr>
            <a:r>
              <a:rPr lang="en"/>
              <a:t>  Kate Meinke </a:t>
            </a:r>
            <a:endParaRPr/>
          </a:p>
        </p:txBody>
      </p:sp>
      <p:sp>
        <p:nvSpPr>
          <p:cNvPr id="1067" name="Google Shape;1067;p57"/>
          <p:cNvSpPr txBox="1"/>
          <p:nvPr>
            <p:ph idx="3" type="title"/>
          </p:nvPr>
        </p:nvSpPr>
        <p:spPr>
          <a:xfrm rot="-555761">
            <a:off x="6594632" y="3130269"/>
            <a:ext cx="1047458" cy="301246"/>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Shelbie Graham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58"/>
          <p:cNvSpPr txBox="1"/>
          <p:nvPr>
            <p:ph idx="1" type="body"/>
          </p:nvPr>
        </p:nvSpPr>
        <p:spPr>
          <a:xfrm>
            <a:off x="925650" y="1204025"/>
            <a:ext cx="6176700" cy="3671400"/>
          </a:xfrm>
          <a:prstGeom prst="rect">
            <a:avLst/>
          </a:prstGeom>
        </p:spPr>
        <p:txBody>
          <a:bodyPr anchorCtr="0" anchor="t" bIns="91425" lIns="91425" spcFirstLastPara="1" rIns="91425" wrap="square" tIns="91425">
            <a:normAutofit/>
          </a:bodyPr>
          <a:lstStyle/>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01.</a:t>
            </a:r>
            <a:r>
              <a:rPr lang="en" sz="1800"/>
              <a:t> </a:t>
            </a:r>
            <a:r>
              <a:rPr lang="en" sz="2000"/>
              <a:t>Data Collection </a:t>
            </a:r>
            <a:endParaRPr sz="2000"/>
          </a:p>
          <a:p>
            <a:pPr indent="0" lvl="0" marL="0" rtl="0" algn="l">
              <a:lnSpc>
                <a:spcPct val="180000"/>
              </a:lnSpc>
              <a:spcBef>
                <a:spcPts val="0"/>
              </a:spcBef>
              <a:spcAft>
                <a:spcPts val="0"/>
              </a:spcAft>
              <a:buClr>
                <a:srgbClr val="000000"/>
              </a:buClr>
              <a:buSzPts val="4100"/>
              <a:buFont typeface="Arial"/>
              <a:buNone/>
            </a:pPr>
            <a:r>
              <a:rPr lang="en" sz="2000">
                <a:solidFill>
                  <a:schemeClr val="accent4"/>
                </a:solidFill>
              </a:rPr>
              <a:t>02.</a:t>
            </a:r>
            <a:r>
              <a:rPr lang="en" sz="2000">
                <a:solidFill>
                  <a:schemeClr val="dk2"/>
                </a:solidFill>
              </a:rPr>
              <a:t> </a:t>
            </a:r>
            <a:r>
              <a:rPr lang="en" sz="2000"/>
              <a:t>Featured Variables (EDA, HR, ACC)</a:t>
            </a:r>
            <a:endParaRPr sz="2000"/>
          </a:p>
          <a:p>
            <a:pPr indent="0" lvl="0" marL="0" rtl="0" algn="l">
              <a:lnSpc>
                <a:spcPct val="180000"/>
              </a:lnSpc>
              <a:spcBef>
                <a:spcPts val="0"/>
              </a:spcBef>
              <a:spcAft>
                <a:spcPts val="0"/>
              </a:spcAft>
              <a:buClr>
                <a:srgbClr val="000000"/>
              </a:buClr>
              <a:buSzPts val="4100"/>
              <a:buFont typeface="Arial"/>
              <a:buNone/>
            </a:pPr>
            <a:r>
              <a:rPr lang="en" sz="2000"/>
              <a:t>03. Missing and Created Variables  </a:t>
            </a:r>
            <a:endParaRPr sz="2000"/>
          </a:p>
          <a:p>
            <a:pPr indent="0" lvl="0" marL="0" rtl="0" algn="l">
              <a:lnSpc>
                <a:spcPct val="180000"/>
              </a:lnSpc>
              <a:spcBef>
                <a:spcPts val="0"/>
              </a:spcBef>
              <a:spcAft>
                <a:spcPts val="0"/>
              </a:spcAft>
              <a:buClr>
                <a:srgbClr val="000000"/>
              </a:buClr>
              <a:buSzPts val="4100"/>
              <a:buFont typeface="Arial"/>
              <a:buNone/>
            </a:pPr>
            <a:r>
              <a:t/>
            </a:r>
            <a:endParaRPr sz="1800"/>
          </a:p>
        </p:txBody>
      </p:sp>
      <p:sp>
        <p:nvSpPr>
          <p:cNvPr id="1073" name="Google Shape;1073;p58"/>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59"/>
          <p:cNvSpPr txBox="1"/>
          <p:nvPr>
            <p:ph idx="1" type="body"/>
          </p:nvPr>
        </p:nvSpPr>
        <p:spPr>
          <a:xfrm>
            <a:off x="925650" y="1204025"/>
            <a:ext cx="7197600" cy="36714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600"/>
              </a:spcBef>
              <a:spcAft>
                <a:spcPts val="0"/>
              </a:spcAft>
              <a:buClr>
                <a:srgbClr val="1F1F1F"/>
              </a:buClr>
              <a:buSzPts val="1500"/>
              <a:buFont typeface="Manrope"/>
              <a:buAutoNum type="arabicPeriod"/>
            </a:pPr>
            <a:r>
              <a:rPr lang="en">
                <a:solidFill>
                  <a:srgbClr val="1F1F1F"/>
                </a:solidFill>
                <a:latin typeface="Manrope"/>
                <a:ea typeface="Manrope"/>
                <a:cs typeface="Manrope"/>
                <a:sym typeface="Manrope"/>
              </a:rPr>
              <a:t>How do stress-related biometric signals change across 3 exams? (Do students get more stressed or learn to handle it better throughout the year?)</a:t>
            </a:r>
            <a:endParaRPr>
              <a:solidFill>
                <a:srgbClr val="1F1F1F"/>
              </a:solidFill>
              <a:latin typeface="Manrope"/>
              <a:ea typeface="Manrope"/>
              <a:cs typeface="Manrope"/>
              <a:sym typeface="Manrope"/>
            </a:endParaRPr>
          </a:p>
          <a:p>
            <a:pPr indent="-323850" lvl="0" marL="457200" rtl="0" algn="l">
              <a:lnSpc>
                <a:spcPct val="200000"/>
              </a:lnSpc>
              <a:spcBef>
                <a:spcPts val="0"/>
              </a:spcBef>
              <a:spcAft>
                <a:spcPts val="0"/>
              </a:spcAft>
              <a:buClr>
                <a:srgbClr val="1F1F1F"/>
              </a:buClr>
              <a:buSzPts val="1500"/>
              <a:buFont typeface="Manrope"/>
              <a:buAutoNum type="arabicPeriod"/>
            </a:pPr>
            <a:r>
              <a:rPr lang="en">
                <a:solidFill>
                  <a:srgbClr val="1F1F1F"/>
                </a:solidFill>
                <a:latin typeface="Manrope"/>
                <a:ea typeface="Manrope"/>
                <a:cs typeface="Manrope"/>
                <a:sym typeface="Manrope"/>
              </a:rPr>
              <a:t>Do students with higher physiological stress patterns tend to have lower grades?</a:t>
            </a:r>
            <a:endParaRPr>
              <a:solidFill>
                <a:srgbClr val="1F1F1F"/>
              </a:solidFill>
              <a:latin typeface="Manrope"/>
              <a:ea typeface="Manrope"/>
              <a:cs typeface="Manrope"/>
              <a:sym typeface="Manrope"/>
            </a:endParaRPr>
          </a:p>
          <a:p>
            <a:pPr indent="-323850" lvl="0" marL="457200" rtl="0" algn="l">
              <a:lnSpc>
                <a:spcPct val="200000"/>
              </a:lnSpc>
              <a:spcBef>
                <a:spcPts val="0"/>
              </a:spcBef>
              <a:spcAft>
                <a:spcPts val="0"/>
              </a:spcAft>
              <a:buClr>
                <a:srgbClr val="1F1F1F"/>
              </a:buClr>
              <a:buSzPts val="1500"/>
              <a:buFont typeface="Manrope"/>
              <a:buAutoNum type="arabicPeriod"/>
            </a:pPr>
            <a:r>
              <a:rPr lang="en">
                <a:solidFill>
                  <a:srgbClr val="1F1F1F"/>
                </a:solidFill>
                <a:latin typeface="Manrope"/>
                <a:ea typeface="Manrope"/>
                <a:cs typeface="Manrope"/>
                <a:sym typeface="Manrope"/>
              </a:rPr>
              <a:t>Which measure appears to vary the most during the exams?</a:t>
            </a:r>
            <a:endParaRPr>
              <a:solidFill>
                <a:srgbClr val="1F1F1F"/>
              </a:solidFill>
              <a:latin typeface="Manrope"/>
              <a:ea typeface="Manrope"/>
              <a:cs typeface="Manrope"/>
              <a:sym typeface="Manrope"/>
            </a:endParaRPr>
          </a:p>
          <a:p>
            <a:pPr indent="0" lvl="0" marL="0" rtl="0" algn="l">
              <a:lnSpc>
                <a:spcPct val="180000"/>
              </a:lnSpc>
              <a:spcBef>
                <a:spcPts val="600"/>
              </a:spcBef>
              <a:spcAft>
                <a:spcPts val="0"/>
              </a:spcAft>
              <a:buClr>
                <a:srgbClr val="000000"/>
              </a:buClr>
              <a:buSzPts val="4100"/>
              <a:buFont typeface="Arial"/>
              <a:buNone/>
            </a:pPr>
            <a:r>
              <a:t/>
            </a:r>
            <a:endParaRPr sz="1800"/>
          </a:p>
        </p:txBody>
      </p:sp>
      <p:sp>
        <p:nvSpPr>
          <p:cNvPr id="1079" name="Google Shape;1079;p59"/>
          <p:cNvSpPr txBox="1"/>
          <p:nvPr>
            <p:ph type="title"/>
          </p:nvPr>
        </p:nvSpPr>
        <p:spPr>
          <a:xfrm rot="-852">
            <a:off x="586101" y="455547"/>
            <a:ext cx="6049200" cy="609000"/>
          </a:xfrm>
          <a:prstGeom prst="rect">
            <a:avLst/>
          </a:prstGeom>
          <a:solidFill>
            <a:schemeClr val="dk1"/>
          </a:solidFill>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Research Questions/Project Goals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60"/>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1: Final </a:t>
            </a:r>
            <a:endParaRPr/>
          </a:p>
        </p:txBody>
      </p:sp>
      <p:pic>
        <p:nvPicPr>
          <p:cNvPr id="1085" name="Google Shape;1085;p60" title="Screenshot_5-4-2026_193523_colab.research.google.com.jpeg"/>
          <p:cNvPicPr preferRelativeResize="0"/>
          <p:nvPr/>
        </p:nvPicPr>
        <p:blipFill>
          <a:blip r:embed="rId3">
            <a:alphaModFix/>
          </a:blip>
          <a:stretch>
            <a:fillRect/>
          </a:stretch>
        </p:blipFill>
        <p:spPr>
          <a:xfrm>
            <a:off x="6314350" y="1510725"/>
            <a:ext cx="2957702" cy="2794349"/>
          </a:xfrm>
          <a:prstGeom prst="rect">
            <a:avLst/>
          </a:prstGeom>
          <a:noFill/>
          <a:ln>
            <a:noFill/>
          </a:ln>
        </p:spPr>
      </p:pic>
      <p:pic>
        <p:nvPicPr>
          <p:cNvPr id="1086" name="Google Shape;1086;p60" title="Screenshot_5-4-2026_193511_colab.research.google.com.jpeg"/>
          <p:cNvPicPr preferRelativeResize="0"/>
          <p:nvPr/>
        </p:nvPicPr>
        <p:blipFill>
          <a:blip r:embed="rId4">
            <a:alphaModFix/>
          </a:blip>
          <a:stretch>
            <a:fillRect/>
          </a:stretch>
        </p:blipFill>
        <p:spPr>
          <a:xfrm>
            <a:off x="3477413" y="1510725"/>
            <a:ext cx="2836937" cy="2746075"/>
          </a:xfrm>
          <a:prstGeom prst="rect">
            <a:avLst/>
          </a:prstGeom>
          <a:noFill/>
          <a:ln>
            <a:noFill/>
          </a:ln>
        </p:spPr>
      </p:pic>
      <p:pic>
        <p:nvPicPr>
          <p:cNvPr id="1087" name="Google Shape;1087;p60" title="Screenshot_5-4-2026_193459_colab.research.google.com.jpeg"/>
          <p:cNvPicPr preferRelativeResize="0"/>
          <p:nvPr/>
        </p:nvPicPr>
        <p:blipFill>
          <a:blip r:embed="rId5">
            <a:alphaModFix/>
          </a:blip>
          <a:stretch>
            <a:fillRect/>
          </a:stretch>
        </p:blipFill>
        <p:spPr>
          <a:xfrm>
            <a:off x="484499" y="1510737"/>
            <a:ext cx="3083824" cy="27460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61"/>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1: Midterm 1</a:t>
            </a:r>
            <a:endParaRPr/>
          </a:p>
        </p:txBody>
      </p:sp>
      <p:pic>
        <p:nvPicPr>
          <p:cNvPr id="1093" name="Google Shape;1093;p61" title="Screenshot_5-4-2026_193759_colab.research.google.com.jpeg"/>
          <p:cNvPicPr preferRelativeResize="0"/>
          <p:nvPr/>
        </p:nvPicPr>
        <p:blipFill>
          <a:blip r:embed="rId3">
            <a:alphaModFix/>
          </a:blip>
          <a:stretch>
            <a:fillRect/>
          </a:stretch>
        </p:blipFill>
        <p:spPr>
          <a:xfrm>
            <a:off x="6076650" y="1613503"/>
            <a:ext cx="3025924" cy="2882172"/>
          </a:xfrm>
          <a:prstGeom prst="rect">
            <a:avLst/>
          </a:prstGeom>
          <a:noFill/>
          <a:ln>
            <a:noFill/>
          </a:ln>
        </p:spPr>
      </p:pic>
      <p:pic>
        <p:nvPicPr>
          <p:cNvPr id="1094" name="Google Shape;1094;p61" title="Screenshot_5-4-2026_193747_colab.research.google.com.jpeg"/>
          <p:cNvPicPr preferRelativeResize="0"/>
          <p:nvPr/>
        </p:nvPicPr>
        <p:blipFill>
          <a:blip r:embed="rId4">
            <a:alphaModFix/>
          </a:blip>
          <a:stretch>
            <a:fillRect/>
          </a:stretch>
        </p:blipFill>
        <p:spPr>
          <a:xfrm>
            <a:off x="3059037" y="1593615"/>
            <a:ext cx="3025926" cy="2921946"/>
          </a:xfrm>
          <a:prstGeom prst="rect">
            <a:avLst/>
          </a:prstGeom>
          <a:noFill/>
          <a:ln>
            <a:noFill/>
          </a:ln>
        </p:spPr>
      </p:pic>
      <p:pic>
        <p:nvPicPr>
          <p:cNvPr id="1095" name="Google Shape;1095;p61" title="Screenshot_5-4-2026_193737_colab.research.google.com.jpeg"/>
          <p:cNvPicPr preferRelativeResize="0"/>
          <p:nvPr/>
        </p:nvPicPr>
        <p:blipFill>
          <a:blip r:embed="rId5">
            <a:alphaModFix/>
          </a:blip>
          <a:stretch>
            <a:fillRect/>
          </a:stretch>
        </p:blipFill>
        <p:spPr>
          <a:xfrm>
            <a:off x="118448" y="1769649"/>
            <a:ext cx="2940574" cy="27260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62"/>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2:</a:t>
            </a:r>
            <a:endParaRPr/>
          </a:p>
          <a:p>
            <a:pPr indent="0" lvl="0" marL="0" rtl="0" algn="ctr">
              <a:spcBef>
                <a:spcPts val="0"/>
              </a:spcBef>
              <a:spcAft>
                <a:spcPts val="0"/>
              </a:spcAft>
              <a:buNone/>
            </a:pPr>
            <a:r>
              <a:rPr lang="en"/>
              <a:t>Final</a:t>
            </a:r>
            <a:endParaRPr/>
          </a:p>
        </p:txBody>
      </p:sp>
      <p:pic>
        <p:nvPicPr>
          <p:cNvPr id="1101" name="Google Shape;1101;p62" title="Screenshot_5-4-2026_194025_colab.research.google.com.jpeg"/>
          <p:cNvPicPr preferRelativeResize="0"/>
          <p:nvPr/>
        </p:nvPicPr>
        <p:blipFill>
          <a:blip r:embed="rId3">
            <a:alphaModFix/>
          </a:blip>
          <a:stretch>
            <a:fillRect/>
          </a:stretch>
        </p:blipFill>
        <p:spPr>
          <a:xfrm>
            <a:off x="6301334" y="1678250"/>
            <a:ext cx="2881015" cy="2877650"/>
          </a:xfrm>
          <a:prstGeom prst="rect">
            <a:avLst/>
          </a:prstGeom>
          <a:noFill/>
          <a:ln>
            <a:noFill/>
          </a:ln>
        </p:spPr>
      </p:pic>
      <p:pic>
        <p:nvPicPr>
          <p:cNvPr id="1102" name="Google Shape;1102;p62" title="Screenshot_5-4-2026_194015_colab.research.google.com.jpeg"/>
          <p:cNvPicPr preferRelativeResize="0"/>
          <p:nvPr/>
        </p:nvPicPr>
        <p:blipFill>
          <a:blip r:embed="rId4">
            <a:alphaModFix/>
          </a:blip>
          <a:stretch>
            <a:fillRect/>
          </a:stretch>
        </p:blipFill>
        <p:spPr>
          <a:xfrm>
            <a:off x="3356600" y="1678250"/>
            <a:ext cx="2944725" cy="2877651"/>
          </a:xfrm>
          <a:prstGeom prst="rect">
            <a:avLst/>
          </a:prstGeom>
          <a:noFill/>
          <a:ln>
            <a:noFill/>
          </a:ln>
        </p:spPr>
      </p:pic>
      <p:pic>
        <p:nvPicPr>
          <p:cNvPr id="1103" name="Google Shape;1103;p62" title="Screenshot_5-4-2026_19405_colab.research.google.com.jpeg"/>
          <p:cNvPicPr preferRelativeResize="0"/>
          <p:nvPr/>
        </p:nvPicPr>
        <p:blipFill>
          <a:blip r:embed="rId5">
            <a:alphaModFix/>
          </a:blip>
          <a:stretch>
            <a:fillRect/>
          </a:stretch>
        </p:blipFill>
        <p:spPr>
          <a:xfrm>
            <a:off x="0" y="1684697"/>
            <a:ext cx="3356601" cy="29984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63"/>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2:</a:t>
            </a:r>
            <a:endParaRPr/>
          </a:p>
          <a:p>
            <a:pPr indent="0" lvl="0" marL="0" rtl="0" algn="ctr">
              <a:spcBef>
                <a:spcPts val="0"/>
              </a:spcBef>
              <a:spcAft>
                <a:spcPts val="0"/>
              </a:spcAft>
              <a:buNone/>
            </a:pPr>
            <a:r>
              <a:rPr lang="en"/>
              <a:t>Midterm 1</a:t>
            </a:r>
            <a:endParaRPr/>
          </a:p>
        </p:txBody>
      </p:sp>
      <p:pic>
        <p:nvPicPr>
          <p:cNvPr id="1109" name="Google Shape;1109;p63" title="Screenshot_5-4-2026_19420_colab.research.google.com.jpeg"/>
          <p:cNvPicPr preferRelativeResize="0"/>
          <p:nvPr/>
        </p:nvPicPr>
        <p:blipFill>
          <a:blip r:embed="rId3">
            <a:alphaModFix/>
          </a:blip>
          <a:stretch>
            <a:fillRect/>
          </a:stretch>
        </p:blipFill>
        <p:spPr>
          <a:xfrm>
            <a:off x="6256950" y="1549350"/>
            <a:ext cx="2844876" cy="2829200"/>
          </a:xfrm>
          <a:prstGeom prst="rect">
            <a:avLst/>
          </a:prstGeom>
          <a:noFill/>
          <a:ln>
            <a:noFill/>
          </a:ln>
        </p:spPr>
      </p:pic>
      <p:pic>
        <p:nvPicPr>
          <p:cNvPr id="1110" name="Google Shape;1110;p63" title="Screenshot_5-4-2026_194149_colab.research.google.com.jpeg"/>
          <p:cNvPicPr preferRelativeResize="0"/>
          <p:nvPr/>
        </p:nvPicPr>
        <p:blipFill>
          <a:blip r:embed="rId4">
            <a:alphaModFix/>
          </a:blip>
          <a:stretch>
            <a:fillRect/>
          </a:stretch>
        </p:blipFill>
        <p:spPr>
          <a:xfrm>
            <a:off x="3586750" y="1610504"/>
            <a:ext cx="2670199" cy="2706883"/>
          </a:xfrm>
          <a:prstGeom prst="rect">
            <a:avLst/>
          </a:prstGeom>
          <a:noFill/>
          <a:ln>
            <a:noFill/>
          </a:ln>
        </p:spPr>
      </p:pic>
      <p:pic>
        <p:nvPicPr>
          <p:cNvPr id="1111" name="Google Shape;1111;p63" title="Screenshot_5-4-2026_194138_colab.research.google.com.jpeg"/>
          <p:cNvPicPr preferRelativeResize="0"/>
          <p:nvPr/>
        </p:nvPicPr>
        <p:blipFill>
          <a:blip r:embed="rId5">
            <a:alphaModFix/>
          </a:blip>
          <a:stretch>
            <a:fillRect/>
          </a:stretch>
        </p:blipFill>
        <p:spPr>
          <a:xfrm>
            <a:off x="687350" y="1549351"/>
            <a:ext cx="2899406" cy="2829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64"/>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3:</a:t>
            </a:r>
            <a:endParaRPr/>
          </a:p>
          <a:p>
            <a:pPr indent="0" lvl="0" marL="0" rtl="0" algn="ctr">
              <a:spcBef>
                <a:spcPts val="0"/>
              </a:spcBef>
              <a:spcAft>
                <a:spcPts val="0"/>
              </a:spcAft>
              <a:buNone/>
            </a:pPr>
            <a:r>
              <a:rPr lang="en"/>
              <a:t>Final</a:t>
            </a:r>
            <a:endParaRPr/>
          </a:p>
        </p:txBody>
      </p:sp>
      <p:pic>
        <p:nvPicPr>
          <p:cNvPr id="1117" name="Google Shape;1117;p64" title="Screenshot_5-4-2026_194349_colab.research.google.com.jpeg"/>
          <p:cNvPicPr preferRelativeResize="0"/>
          <p:nvPr/>
        </p:nvPicPr>
        <p:blipFill>
          <a:blip r:embed="rId3">
            <a:alphaModFix/>
          </a:blip>
          <a:stretch>
            <a:fillRect/>
          </a:stretch>
        </p:blipFill>
        <p:spPr>
          <a:xfrm>
            <a:off x="6090875" y="1602042"/>
            <a:ext cx="3053124" cy="2992708"/>
          </a:xfrm>
          <a:prstGeom prst="rect">
            <a:avLst/>
          </a:prstGeom>
          <a:noFill/>
          <a:ln>
            <a:noFill/>
          </a:ln>
        </p:spPr>
      </p:pic>
      <p:pic>
        <p:nvPicPr>
          <p:cNvPr id="1118" name="Google Shape;1118;p64" title="Screenshot_5-4-2026_194342_colab.research.google.com.jpeg"/>
          <p:cNvPicPr preferRelativeResize="0"/>
          <p:nvPr/>
        </p:nvPicPr>
        <p:blipFill>
          <a:blip r:embed="rId4">
            <a:alphaModFix/>
          </a:blip>
          <a:stretch>
            <a:fillRect/>
          </a:stretch>
        </p:blipFill>
        <p:spPr>
          <a:xfrm>
            <a:off x="3148385" y="1616100"/>
            <a:ext cx="2942491" cy="2928276"/>
          </a:xfrm>
          <a:prstGeom prst="rect">
            <a:avLst/>
          </a:prstGeom>
          <a:noFill/>
          <a:ln>
            <a:noFill/>
          </a:ln>
        </p:spPr>
      </p:pic>
      <p:pic>
        <p:nvPicPr>
          <p:cNvPr id="1119" name="Google Shape;1119;p64" title="Screenshot_5-4-2026_194332_colab.research.google.com.jpeg"/>
          <p:cNvPicPr preferRelativeResize="0"/>
          <p:nvPr/>
        </p:nvPicPr>
        <p:blipFill>
          <a:blip r:embed="rId5">
            <a:alphaModFix/>
          </a:blip>
          <a:stretch>
            <a:fillRect/>
          </a:stretch>
        </p:blipFill>
        <p:spPr>
          <a:xfrm>
            <a:off x="58213" y="1666475"/>
            <a:ext cx="3090169" cy="2928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65"/>
          <p:cNvSpPr txBox="1"/>
          <p:nvPr>
            <p:ph type="title"/>
          </p:nvPr>
        </p:nvSpPr>
        <p:spPr>
          <a:xfrm rot="-288999">
            <a:off x="576451" y="224127"/>
            <a:ext cx="2207998" cy="83665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Student 3:</a:t>
            </a:r>
            <a:endParaRPr/>
          </a:p>
          <a:p>
            <a:pPr indent="0" lvl="0" marL="0" rtl="0" algn="ctr">
              <a:spcBef>
                <a:spcPts val="0"/>
              </a:spcBef>
              <a:spcAft>
                <a:spcPts val="0"/>
              </a:spcAft>
              <a:buNone/>
            </a:pPr>
            <a:r>
              <a:rPr lang="en"/>
              <a:t>Midterm 1</a:t>
            </a:r>
            <a:endParaRPr/>
          </a:p>
        </p:txBody>
      </p:sp>
      <p:pic>
        <p:nvPicPr>
          <p:cNvPr id="1125" name="Google Shape;1125;p65" title="Screenshot_5-4-2026_194512_colab.research.google.com.jpeg"/>
          <p:cNvPicPr preferRelativeResize="0"/>
          <p:nvPr/>
        </p:nvPicPr>
        <p:blipFill>
          <a:blip r:embed="rId3">
            <a:alphaModFix/>
          </a:blip>
          <a:stretch>
            <a:fillRect/>
          </a:stretch>
        </p:blipFill>
        <p:spPr>
          <a:xfrm>
            <a:off x="6413805" y="1513350"/>
            <a:ext cx="2682850" cy="2775151"/>
          </a:xfrm>
          <a:prstGeom prst="rect">
            <a:avLst/>
          </a:prstGeom>
          <a:noFill/>
          <a:ln>
            <a:noFill/>
          </a:ln>
        </p:spPr>
      </p:pic>
      <p:pic>
        <p:nvPicPr>
          <p:cNvPr id="1126" name="Google Shape;1126;p65" title="Screenshot_5-4-2026_19455_colab.research.google.com.jpeg"/>
          <p:cNvPicPr preferRelativeResize="0"/>
          <p:nvPr/>
        </p:nvPicPr>
        <p:blipFill>
          <a:blip r:embed="rId4">
            <a:alphaModFix/>
          </a:blip>
          <a:stretch>
            <a:fillRect/>
          </a:stretch>
        </p:blipFill>
        <p:spPr>
          <a:xfrm>
            <a:off x="3476776" y="1513350"/>
            <a:ext cx="2937024" cy="2919275"/>
          </a:xfrm>
          <a:prstGeom prst="rect">
            <a:avLst/>
          </a:prstGeom>
          <a:noFill/>
          <a:ln>
            <a:noFill/>
          </a:ln>
        </p:spPr>
      </p:pic>
      <p:pic>
        <p:nvPicPr>
          <p:cNvPr id="1127" name="Google Shape;1127;p65" title="Screenshot_5-4-2026_194459_colab.research.google.com.jpeg"/>
          <p:cNvPicPr preferRelativeResize="0"/>
          <p:nvPr/>
        </p:nvPicPr>
        <p:blipFill>
          <a:blip r:embed="rId5">
            <a:alphaModFix/>
          </a:blip>
          <a:stretch>
            <a:fillRect/>
          </a:stretch>
        </p:blipFill>
        <p:spPr>
          <a:xfrm>
            <a:off x="323600" y="1513350"/>
            <a:ext cx="3153176" cy="2972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66"/>
          <p:cNvSpPr/>
          <p:nvPr/>
        </p:nvSpPr>
        <p:spPr>
          <a:xfrm rot="4795490">
            <a:off x="8576527" y="4483441"/>
            <a:ext cx="207500" cy="28794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33" name="Google Shape;1133;p66"/>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Midterm #1</a:t>
            </a:r>
            <a:endParaRPr/>
          </a:p>
        </p:txBody>
      </p:sp>
      <p:sp>
        <p:nvSpPr>
          <p:cNvPr id="1134" name="Google Shape;1134;p66"/>
          <p:cNvSpPr txBox="1"/>
          <p:nvPr>
            <p:ph idx="1" type="body"/>
          </p:nvPr>
        </p:nvSpPr>
        <p:spPr>
          <a:xfrm>
            <a:off x="3168600" y="564725"/>
            <a:ext cx="5642100" cy="799500"/>
          </a:xfrm>
          <a:prstGeom prst="rect">
            <a:avLst/>
          </a:prstGeom>
        </p:spPr>
        <p:txBody>
          <a:bodyPr anchorCtr="0" anchor="t" bIns="91425" lIns="91425" spcFirstLastPara="1" rIns="91425" wrap="square" tIns="91425">
            <a:noAutofit/>
          </a:bodyPr>
          <a:lstStyle/>
          <a:p>
            <a:pPr indent="-304800" lvl="0" marL="457200" rtl="0" algn="l">
              <a:spcBef>
                <a:spcPts val="1000"/>
              </a:spcBef>
              <a:spcAft>
                <a:spcPts val="0"/>
              </a:spcAft>
              <a:buSzPts val="1200"/>
              <a:buChar char="-"/>
            </a:pPr>
            <a:r>
              <a:rPr lang="en"/>
              <a:t>High Spike/Erratic </a:t>
            </a:r>
            <a:endParaRPr/>
          </a:p>
          <a:p>
            <a:pPr indent="-304800" lvl="0" marL="457200" rtl="0" algn="l">
              <a:spcBef>
                <a:spcPts val="0"/>
              </a:spcBef>
              <a:spcAft>
                <a:spcPts val="0"/>
              </a:spcAft>
              <a:buSzPts val="1200"/>
              <a:buChar char="-"/>
            </a:pPr>
            <a:r>
              <a:rPr lang="en"/>
              <a:t>Lowest grade </a:t>
            </a:r>
            <a:endParaRPr/>
          </a:p>
          <a:p>
            <a:pPr indent="-304800" lvl="0" marL="457200" rtl="0" algn="l">
              <a:spcBef>
                <a:spcPts val="0"/>
              </a:spcBef>
              <a:spcAft>
                <a:spcPts val="0"/>
              </a:spcAft>
              <a:buSzPts val="1200"/>
              <a:buChar char="-"/>
            </a:pPr>
            <a:r>
              <a:rPr lang="en"/>
              <a:t>Peaks around .6</a:t>
            </a:r>
            <a:endParaRPr/>
          </a:p>
        </p:txBody>
      </p:sp>
      <p:pic>
        <p:nvPicPr>
          <p:cNvPr id="1135" name="Google Shape;1135;p66" title="Screenshot 2026-04-05 at 5.29.34 PM.png"/>
          <p:cNvPicPr preferRelativeResize="0"/>
          <p:nvPr/>
        </p:nvPicPr>
        <p:blipFill>
          <a:blip r:embed="rId3">
            <a:alphaModFix/>
          </a:blip>
          <a:stretch>
            <a:fillRect/>
          </a:stretch>
        </p:blipFill>
        <p:spPr>
          <a:xfrm>
            <a:off x="1067175" y="1494400"/>
            <a:ext cx="7151992" cy="3417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67"/>
          <p:cNvSpPr/>
          <p:nvPr/>
        </p:nvSpPr>
        <p:spPr>
          <a:xfrm rot="4795490">
            <a:off x="8576527" y="4483441"/>
            <a:ext cx="207500" cy="28794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41" name="Google Shape;1141;p67"/>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Midterm #2</a:t>
            </a:r>
            <a:endParaRPr/>
          </a:p>
        </p:txBody>
      </p:sp>
      <p:sp>
        <p:nvSpPr>
          <p:cNvPr id="1142" name="Google Shape;1142;p67"/>
          <p:cNvSpPr txBox="1"/>
          <p:nvPr>
            <p:ph idx="1" type="body"/>
          </p:nvPr>
        </p:nvSpPr>
        <p:spPr>
          <a:xfrm>
            <a:off x="3168600" y="564725"/>
            <a:ext cx="5642100" cy="799500"/>
          </a:xfrm>
          <a:prstGeom prst="rect">
            <a:avLst/>
          </a:prstGeom>
        </p:spPr>
        <p:txBody>
          <a:bodyPr anchorCtr="0" anchor="t" bIns="91425" lIns="91425" spcFirstLastPara="1" rIns="91425" wrap="square" tIns="91425">
            <a:noAutofit/>
          </a:bodyPr>
          <a:lstStyle/>
          <a:p>
            <a:pPr indent="-304800" lvl="0" marL="457200" rtl="0" algn="l">
              <a:spcBef>
                <a:spcPts val="1000"/>
              </a:spcBef>
              <a:spcAft>
                <a:spcPts val="0"/>
              </a:spcAft>
              <a:buSzPts val="1200"/>
              <a:buChar char="-"/>
            </a:pPr>
            <a:r>
              <a:rPr lang="en"/>
              <a:t>Moderate Spike/more sustained </a:t>
            </a:r>
            <a:endParaRPr/>
          </a:p>
          <a:p>
            <a:pPr indent="-304800" lvl="0" marL="457200" rtl="0" algn="l">
              <a:spcBef>
                <a:spcPts val="0"/>
              </a:spcBef>
              <a:spcAft>
                <a:spcPts val="0"/>
              </a:spcAft>
              <a:buSzPts val="1200"/>
              <a:buChar char="-"/>
            </a:pPr>
            <a:r>
              <a:rPr lang="en"/>
              <a:t>Higher Grade</a:t>
            </a:r>
            <a:endParaRPr/>
          </a:p>
          <a:p>
            <a:pPr indent="-304800" lvl="0" marL="457200" rtl="0" algn="l">
              <a:spcBef>
                <a:spcPts val="0"/>
              </a:spcBef>
              <a:spcAft>
                <a:spcPts val="0"/>
              </a:spcAft>
              <a:buSzPts val="1200"/>
              <a:buChar char="-"/>
            </a:pPr>
            <a:r>
              <a:rPr lang="en"/>
              <a:t>Peaks around .45</a:t>
            </a:r>
            <a:endParaRPr/>
          </a:p>
        </p:txBody>
      </p:sp>
      <p:pic>
        <p:nvPicPr>
          <p:cNvPr id="1143" name="Google Shape;1143;p67" title="Screenshot 2026-04-05 at 5.34.15 PM.png"/>
          <p:cNvPicPr preferRelativeResize="0"/>
          <p:nvPr/>
        </p:nvPicPr>
        <p:blipFill>
          <a:blip r:embed="rId3">
            <a:alphaModFix/>
          </a:blip>
          <a:stretch>
            <a:fillRect/>
          </a:stretch>
        </p:blipFill>
        <p:spPr>
          <a:xfrm>
            <a:off x="1327725" y="1540063"/>
            <a:ext cx="7192662" cy="34064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68"/>
          <p:cNvSpPr/>
          <p:nvPr/>
        </p:nvSpPr>
        <p:spPr>
          <a:xfrm rot="4795490">
            <a:off x="8576527" y="4483441"/>
            <a:ext cx="207500" cy="28794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49" name="Google Shape;1149;p68"/>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Final Exam</a:t>
            </a:r>
            <a:endParaRPr/>
          </a:p>
        </p:txBody>
      </p:sp>
      <p:sp>
        <p:nvSpPr>
          <p:cNvPr id="1150" name="Google Shape;1150;p68"/>
          <p:cNvSpPr txBox="1"/>
          <p:nvPr>
            <p:ph idx="1" type="body"/>
          </p:nvPr>
        </p:nvSpPr>
        <p:spPr>
          <a:xfrm>
            <a:off x="3168600" y="564725"/>
            <a:ext cx="5642100" cy="799500"/>
          </a:xfrm>
          <a:prstGeom prst="rect">
            <a:avLst/>
          </a:prstGeom>
        </p:spPr>
        <p:txBody>
          <a:bodyPr anchorCtr="0" anchor="t" bIns="91425" lIns="91425" spcFirstLastPara="1" rIns="91425" wrap="square" tIns="91425">
            <a:noAutofit/>
          </a:bodyPr>
          <a:lstStyle/>
          <a:p>
            <a:pPr indent="-304800" lvl="0" marL="457200" rtl="0" algn="l">
              <a:spcBef>
                <a:spcPts val="1000"/>
              </a:spcBef>
              <a:spcAft>
                <a:spcPts val="0"/>
              </a:spcAft>
              <a:buSzPts val="1200"/>
              <a:buChar char="-"/>
            </a:pPr>
            <a:r>
              <a:rPr lang="en"/>
              <a:t>Controlled </a:t>
            </a:r>
            <a:r>
              <a:rPr lang="en"/>
              <a:t>build/steady increase</a:t>
            </a:r>
            <a:endParaRPr/>
          </a:p>
          <a:p>
            <a:pPr indent="-304800" lvl="0" marL="457200" rtl="0" algn="l">
              <a:spcBef>
                <a:spcPts val="0"/>
              </a:spcBef>
              <a:spcAft>
                <a:spcPts val="0"/>
              </a:spcAft>
              <a:buSzPts val="1200"/>
              <a:buChar char="-"/>
            </a:pPr>
            <a:r>
              <a:rPr lang="en"/>
              <a:t>Highest grade </a:t>
            </a:r>
            <a:endParaRPr/>
          </a:p>
          <a:p>
            <a:pPr indent="-304800" lvl="0" marL="457200" rtl="0" algn="l">
              <a:spcBef>
                <a:spcPts val="0"/>
              </a:spcBef>
              <a:spcAft>
                <a:spcPts val="0"/>
              </a:spcAft>
              <a:buSzPts val="1200"/>
              <a:buChar char="-"/>
            </a:pPr>
            <a:r>
              <a:rPr lang="en"/>
              <a:t>Peaks around .4</a:t>
            </a:r>
            <a:endParaRPr/>
          </a:p>
        </p:txBody>
      </p:sp>
      <p:pic>
        <p:nvPicPr>
          <p:cNvPr id="1151" name="Google Shape;1151;p68" title="Screenshot 2026-04-05 at 5.37.05 PM.png"/>
          <p:cNvPicPr preferRelativeResize="0"/>
          <p:nvPr/>
        </p:nvPicPr>
        <p:blipFill>
          <a:blip r:embed="rId3">
            <a:alphaModFix/>
          </a:blip>
          <a:stretch>
            <a:fillRect/>
          </a:stretch>
        </p:blipFill>
        <p:spPr>
          <a:xfrm>
            <a:off x="1023300" y="1540063"/>
            <a:ext cx="7192662" cy="34064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69"/>
          <p:cNvSpPr/>
          <p:nvPr/>
        </p:nvSpPr>
        <p:spPr>
          <a:xfrm rot="4795490">
            <a:off x="8576527" y="4483441"/>
            <a:ext cx="207500" cy="287945"/>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57" name="Google Shape;1157;p69"/>
          <p:cNvSpPr txBox="1"/>
          <p:nvPr/>
        </p:nvSpPr>
        <p:spPr>
          <a:xfrm>
            <a:off x="5712000" y="3467675"/>
            <a:ext cx="526200" cy="2547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1158" name="Google Shape;1158;p69"/>
          <p:cNvSpPr txBox="1"/>
          <p:nvPr>
            <p:ph type="title"/>
          </p:nvPr>
        </p:nvSpPr>
        <p:spPr>
          <a:xfrm>
            <a:off x="508875" y="874875"/>
            <a:ext cx="74634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Analysis: Research Goal #1 </a:t>
            </a:r>
            <a:endParaRPr/>
          </a:p>
        </p:txBody>
      </p:sp>
      <p:sp>
        <p:nvSpPr>
          <p:cNvPr id="1159" name="Google Shape;1159;p69"/>
          <p:cNvSpPr txBox="1"/>
          <p:nvPr>
            <p:ph idx="1" type="body"/>
          </p:nvPr>
        </p:nvSpPr>
        <p:spPr>
          <a:xfrm>
            <a:off x="508875" y="1539275"/>
            <a:ext cx="6981000" cy="1182300"/>
          </a:xfrm>
          <a:prstGeom prst="rect">
            <a:avLst/>
          </a:prstGeom>
        </p:spPr>
        <p:txBody>
          <a:bodyPr anchorCtr="0" anchor="t" bIns="91425" lIns="91425" spcFirstLastPara="1" rIns="91425" wrap="square" tIns="91425">
            <a:noAutofit/>
          </a:bodyPr>
          <a:lstStyle/>
          <a:p>
            <a:pPr indent="-349250" lvl="0" marL="457200" rtl="0" algn="l">
              <a:lnSpc>
                <a:spcPct val="100000"/>
              </a:lnSpc>
              <a:spcBef>
                <a:spcPts val="1000"/>
              </a:spcBef>
              <a:spcAft>
                <a:spcPts val="0"/>
              </a:spcAft>
              <a:buSzPts val="1900"/>
              <a:buAutoNum type="arabicPeriod"/>
            </a:pPr>
            <a:r>
              <a:rPr lang="en" sz="1900"/>
              <a:t>The EDA patterns became less erratic and more controlled from exam to exam </a:t>
            </a:r>
            <a:endParaRPr sz="1900"/>
          </a:p>
          <a:p>
            <a:pPr indent="0" lvl="0" marL="457200" rtl="0" algn="l">
              <a:lnSpc>
                <a:spcPct val="100000"/>
              </a:lnSpc>
              <a:spcBef>
                <a:spcPts val="1000"/>
              </a:spcBef>
              <a:spcAft>
                <a:spcPts val="0"/>
              </a:spcAft>
              <a:buNone/>
            </a:pPr>
            <a:r>
              <a:t/>
            </a:r>
            <a:endParaRPr sz="1900"/>
          </a:p>
          <a:p>
            <a:pPr indent="-349250" lvl="0" marL="457200" rtl="0" algn="l">
              <a:lnSpc>
                <a:spcPct val="100000"/>
              </a:lnSpc>
              <a:spcBef>
                <a:spcPts val="1000"/>
              </a:spcBef>
              <a:spcAft>
                <a:spcPts val="0"/>
              </a:spcAft>
              <a:buSzPts val="1900"/>
              <a:buAutoNum type="arabicPeriod"/>
            </a:pPr>
            <a:r>
              <a:rPr lang="en" sz="1900"/>
              <a:t>The peak stress decreased throughout the course </a:t>
            </a:r>
            <a:endParaRPr sz="1900"/>
          </a:p>
          <a:p>
            <a:pPr indent="0" lvl="0" marL="0" rtl="0" algn="l">
              <a:lnSpc>
                <a:spcPct val="100000"/>
              </a:lnSpc>
              <a:spcBef>
                <a:spcPts val="1000"/>
              </a:spcBef>
              <a:spcAft>
                <a:spcPts val="0"/>
              </a:spcAft>
              <a:buNone/>
            </a:pPr>
            <a:r>
              <a:t/>
            </a:r>
            <a:endParaRPr sz="1900"/>
          </a:p>
          <a:p>
            <a:pPr indent="-349250" lvl="0" marL="457200" rtl="0" algn="l">
              <a:lnSpc>
                <a:spcPct val="100000"/>
              </a:lnSpc>
              <a:spcBef>
                <a:spcPts val="1000"/>
              </a:spcBef>
              <a:spcAft>
                <a:spcPts val="0"/>
              </a:spcAft>
              <a:buSzPts val="1900"/>
              <a:buAutoNum type="arabicPeriod"/>
            </a:pPr>
            <a:r>
              <a:rPr lang="en" sz="1900"/>
              <a:t>The “stress” was never 0, indicating eustress or mental focus and its positive impact on performance </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70"/>
          <p:cNvSpPr/>
          <p:nvPr/>
        </p:nvSpPr>
        <p:spPr>
          <a:xfrm rot="4795490">
            <a:off x="8576527" y="4483441"/>
            <a:ext cx="207500" cy="287945"/>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65" name="Google Shape;1165;p70"/>
          <p:cNvSpPr txBox="1"/>
          <p:nvPr/>
        </p:nvSpPr>
        <p:spPr>
          <a:xfrm>
            <a:off x="5712000" y="3467675"/>
            <a:ext cx="526200" cy="2547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1166" name="Google Shape;1166;p70"/>
          <p:cNvSpPr txBox="1"/>
          <p:nvPr>
            <p:ph type="title"/>
          </p:nvPr>
        </p:nvSpPr>
        <p:spPr>
          <a:xfrm>
            <a:off x="508875" y="874875"/>
            <a:ext cx="74634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Analysis: Research Goal #2 </a:t>
            </a:r>
            <a:endParaRPr/>
          </a:p>
        </p:txBody>
      </p:sp>
      <p:sp>
        <p:nvSpPr>
          <p:cNvPr id="1167" name="Google Shape;1167;p70"/>
          <p:cNvSpPr txBox="1"/>
          <p:nvPr>
            <p:ph idx="1" type="body"/>
          </p:nvPr>
        </p:nvSpPr>
        <p:spPr>
          <a:xfrm>
            <a:off x="508875" y="1539275"/>
            <a:ext cx="6981000" cy="1182300"/>
          </a:xfrm>
          <a:prstGeom prst="rect">
            <a:avLst/>
          </a:prstGeom>
        </p:spPr>
        <p:txBody>
          <a:bodyPr anchorCtr="0" anchor="t" bIns="91425" lIns="91425" spcFirstLastPara="1" rIns="91425" wrap="square" tIns="91425">
            <a:noAutofit/>
          </a:bodyPr>
          <a:lstStyle/>
          <a:p>
            <a:pPr indent="-349250" lvl="0" marL="457200" rtl="0" algn="l">
              <a:lnSpc>
                <a:spcPct val="100000"/>
              </a:lnSpc>
              <a:spcBef>
                <a:spcPts val="1000"/>
              </a:spcBef>
              <a:spcAft>
                <a:spcPts val="0"/>
              </a:spcAft>
              <a:buSzPts val="1900"/>
              <a:buAutoNum type="arabicPeriod"/>
            </a:pPr>
            <a:r>
              <a:rPr lang="en" sz="1900"/>
              <a:t>“High” stress patterns don’t necessarily associate with poor exam performance </a:t>
            </a:r>
            <a:endParaRPr sz="1900"/>
          </a:p>
          <a:p>
            <a:pPr indent="0" lvl="0" marL="457200" rtl="0" algn="l">
              <a:lnSpc>
                <a:spcPct val="100000"/>
              </a:lnSpc>
              <a:spcBef>
                <a:spcPts val="1000"/>
              </a:spcBef>
              <a:spcAft>
                <a:spcPts val="0"/>
              </a:spcAft>
              <a:buNone/>
            </a:pPr>
            <a:r>
              <a:t/>
            </a:r>
            <a:endParaRPr sz="1900"/>
          </a:p>
          <a:p>
            <a:pPr indent="-349250" lvl="0" marL="457200" rtl="0" algn="l">
              <a:lnSpc>
                <a:spcPct val="100000"/>
              </a:lnSpc>
              <a:spcBef>
                <a:spcPts val="1000"/>
              </a:spcBef>
              <a:spcAft>
                <a:spcPts val="0"/>
              </a:spcAft>
              <a:buSzPts val="1900"/>
              <a:buAutoNum type="arabicPeriod"/>
            </a:pPr>
            <a:r>
              <a:rPr lang="en" sz="1900"/>
              <a:t>Peak stress was higher with lower exam scores, but when the student performed better, they still had some “alert” signals </a:t>
            </a:r>
            <a:endParaRPr sz="1900"/>
          </a:p>
          <a:p>
            <a:pPr indent="0" lvl="0" marL="0" rtl="0" algn="l">
              <a:lnSpc>
                <a:spcPct val="100000"/>
              </a:lnSpc>
              <a:spcBef>
                <a:spcPts val="1000"/>
              </a:spcBef>
              <a:spcAft>
                <a:spcPts val="0"/>
              </a:spcAft>
              <a:buNone/>
            </a:pPr>
            <a:r>
              <a:t/>
            </a:r>
            <a:endParaRPr sz="1900"/>
          </a:p>
          <a:p>
            <a:pPr indent="0" lvl="0" marL="457200" rtl="0" algn="l">
              <a:lnSpc>
                <a:spcPct val="100000"/>
              </a:lnSpc>
              <a:spcBef>
                <a:spcPts val="1000"/>
              </a:spcBef>
              <a:spcAft>
                <a:spcPts val="1000"/>
              </a:spcAft>
              <a:buNone/>
            </a:pPr>
            <a:r>
              <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71"/>
          <p:cNvSpPr/>
          <p:nvPr/>
        </p:nvSpPr>
        <p:spPr>
          <a:xfrm rot="4795490">
            <a:off x="8576527" y="4483441"/>
            <a:ext cx="207500" cy="287945"/>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73" name="Google Shape;1173;p71"/>
          <p:cNvSpPr txBox="1"/>
          <p:nvPr/>
        </p:nvSpPr>
        <p:spPr>
          <a:xfrm>
            <a:off x="5712000" y="3467675"/>
            <a:ext cx="526200" cy="2547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1174" name="Google Shape;1174;p71"/>
          <p:cNvSpPr txBox="1"/>
          <p:nvPr>
            <p:ph type="title"/>
          </p:nvPr>
        </p:nvSpPr>
        <p:spPr>
          <a:xfrm>
            <a:off x="508875" y="874875"/>
            <a:ext cx="74634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Analysis: Research Goal #3 </a:t>
            </a:r>
            <a:endParaRPr/>
          </a:p>
        </p:txBody>
      </p:sp>
      <p:sp>
        <p:nvSpPr>
          <p:cNvPr id="1175" name="Google Shape;1175;p71"/>
          <p:cNvSpPr txBox="1"/>
          <p:nvPr>
            <p:ph idx="1" type="body"/>
          </p:nvPr>
        </p:nvSpPr>
        <p:spPr>
          <a:xfrm>
            <a:off x="515950" y="1547875"/>
            <a:ext cx="6981000" cy="11823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600"/>
              </a:spcBef>
              <a:spcAft>
                <a:spcPts val="0"/>
              </a:spcAft>
              <a:buClr>
                <a:srgbClr val="1F1F1F"/>
              </a:buClr>
              <a:buSzPts val="1800"/>
              <a:buAutoNum type="arabicPeriod"/>
            </a:pPr>
            <a:r>
              <a:rPr lang="en" sz="1800">
                <a:solidFill>
                  <a:srgbClr val="1F1F1F"/>
                </a:solidFill>
              </a:rPr>
              <a:t>EDA, Heart Rate, and ACC were the main variables focused on due to their higher correlation to stress signals in the body. </a:t>
            </a:r>
            <a:endParaRPr sz="1800">
              <a:solidFill>
                <a:srgbClr val="1F1F1F"/>
              </a:solidFill>
            </a:endParaRPr>
          </a:p>
          <a:p>
            <a:pPr indent="-342900" lvl="0" marL="457200" rtl="0" algn="l">
              <a:lnSpc>
                <a:spcPct val="200000"/>
              </a:lnSpc>
              <a:spcBef>
                <a:spcPts val="0"/>
              </a:spcBef>
              <a:spcAft>
                <a:spcPts val="0"/>
              </a:spcAft>
              <a:buClr>
                <a:srgbClr val="1F1F1F"/>
              </a:buClr>
              <a:buSzPts val="1800"/>
              <a:buAutoNum type="arabicPeriod"/>
            </a:pPr>
            <a:r>
              <a:rPr lang="en" sz="1800">
                <a:solidFill>
                  <a:srgbClr val="1F1F1F"/>
                </a:solidFill>
              </a:rPr>
              <a:t>Heart Rate fluctuated the most during an exam. </a:t>
            </a:r>
            <a:endParaRPr sz="1800">
              <a:solidFill>
                <a:srgbClr val="1F1F1F"/>
              </a:solidFill>
            </a:endParaRPr>
          </a:p>
          <a:p>
            <a:pPr indent="-342900" lvl="0" marL="457200" rtl="0" algn="l">
              <a:lnSpc>
                <a:spcPct val="200000"/>
              </a:lnSpc>
              <a:spcBef>
                <a:spcPts val="0"/>
              </a:spcBef>
              <a:spcAft>
                <a:spcPts val="0"/>
              </a:spcAft>
              <a:buClr>
                <a:srgbClr val="1F1F1F"/>
              </a:buClr>
              <a:buSzPts val="1800"/>
              <a:buAutoNum type="arabicPeriod"/>
            </a:pPr>
            <a:r>
              <a:rPr lang="en" sz="1800">
                <a:solidFill>
                  <a:srgbClr val="1F1F1F"/>
                </a:solidFill>
              </a:rPr>
              <a:t>This could be caused by the activation of the sympathetic nervous system caused by stress or intense focus </a:t>
            </a:r>
            <a:endParaRPr sz="1800">
              <a:solidFill>
                <a:srgbClr val="1F1F1F"/>
              </a:solidFill>
            </a:endParaRPr>
          </a:p>
          <a:p>
            <a:pPr indent="0" lvl="0" marL="457200" rtl="0" algn="l">
              <a:lnSpc>
                <a:spcPct val="100000"/>
              </a:lnSpc>
              <a:spcBef>
                <a:spcPts val="1000"/>
              </a:spcBef>
              <a:spcAft>
                <a:spcPts val="0"/>
              </a:spcAft>
              <a:buNone/>
            </a:pPr>
            <a:r>
              <a:t/>
            </a:r>
            <a:endParaRPr sz="1900"/>
          </a:p>
          <a:p>
            <a:pPr indent="0" lvl="0" marL="457200" rtl="0" algn="l">
              <a:lnSpc>
                <a:spcPct val="100000"/>
              </a:lnSpc>
              <a:spcBef>
                <a:spcPts val="1000"/>
              </a:spcBef>
              <a:spcAft>
                <a:spcPts val="0"/>
              </a:spcAft>
              <a:buNone/>
            </a:pPr>
            <a:r>
              <a:t/>
            </a:r>
            <a:endParaRPr sz="1900"/>
          </a:p>
          <a:p>
            <a:pPr indent="0" lvl="0" marL="457200" rtl="0" algn="l">
              <a:lnSpc>
                <a:spcPct val="100000"/>
              </a:lnSpc>
              <a:spcBef>
                <a:spcPts val="1000"/>
              </a:spcBef>
              <a:spcAft>
                <a:spcPts val="1000"/>
              </a:spcAft>
              <a:buNone/>
            </a:pPr>
            <a:r>
              <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72"/>
          <p:cNvSpPr/>
          <p:nvPr/>
        </p:nvSpPr>
        <p:spPr>
          <a:xfrm rot="4795490">
            <a:off x="8576527" y="4483441"/>
            <a:ext cx="207500" cy="287945"/>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181" name="Google Shape;1181;p72"/>
          <p:cNvSpPr txBox="1"/>
          <p:nvPr/>
        </p:nvSpPr>
        <p:spPr>
          <a:xfrm>
            <a:off x="5712000" y="3467675"/>
            <a:ext cx="526200" cy="2547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1182" name="Google Shape;1182;p72"/>
          <p:cNvSpPr txBox="1"/>
          <p:nvPr>
            <p:ph type="title"/>
          </p:nvPr>
        </p:nvSpPr>
        <p:spPr>
          <a:xfrm>
            <a:off x="508875" y="874875"/>
            <a:ext cx="74634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Further Steps </a:t>
            </a:r>
            <a:endParaRPr/>
          </a:p>
        </p:txBody>
      </p:sp>
      <p:sp>
        <p:nvSpPr>
          <p:cNvPr id="1183" name="Google Shape;1183;p72"/>
          <p:cNvSpPr txBox="1"/>
          <p:nvPr>
            <p:ph idx="1" type="body"/>
          </p:nvPr>
        </p:nvSpPr>
        <p:spPr>
          <a:xfrm>
            <a:off x="515950" y="1547875"/>
            <a:ext cx="6981000" cy="11823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600"/>
              </a:spcBef>
              <a:spcAft>
                <a:spcPts val="0"/>
              </a:spcAft>
              <a:buClr>
                <a:srgbClr val="1F1F1F"/>
              </a:buClr>
              <a:buSzPts val="1800"/>
              <a:buAutoNum type="arabicPeriod"/>
            </a:pPr>
            <a:r>
              <a:rPr lang="en" sz="1800">
                <a:solidFill>
                  <a:srgbClr val="1F1F1F"/>
                </a:solidFill>
              </a:rPr>
              <a:t>Mindfulness: personal physical information, consent + privacy, test score information</a:t>
            </a:r>
            <a:r>
              <a:rPr lang="en" sz="1800">
                <a:solidFill>
                  <a:srgbClr val="1F1F1F"/>
                </a:solidFill>
              </a:rPr>
              <a:t> </a:t>
            </a:r>
            <a:endParaRPr sz="1800">
              <a:solidFill>
                <a:srgbClr val="1F1F1F"/>
              </a:solidFill>
            </a:endParaRPr>
          </a:p>
          <a:p>
            <a:pPr indent="-342900" lvl="0" marL="457200" rtl="0" algn="l">
              <a:lnSpc>
                <a:spcPct val="200000"/>
              </a:lnSpc>
              <a:spcBef>
                <a:spcPts val="0"/>
              </a:spcBef>
              <a:spcAft>
                <a:spcPts val="0"/>
              </a:spcAft>
              <a:buClr>
                <a:srgbClr val="1F1F1F"/>
              </a:buClr>
              <a:buSzPts val="1800"/>
              <a:buAutoNum type="arabicPeriod"/>
            </a:pPr>
            <a:r>
              <a:rPr lang="en" sz="1800">
                <a:solidFill>
                  <a:srgbClr val="1F1F1F"/>
                </a:solidFill>
              </a:rPr>
              <a:t>Next Steps: acquire more information about the course and students, use more students  </a:t>
            </a:r>
            <a:endParaRPr sz="1800">
              <a:solidFill>
                <a:srgbClr val="1F1F1F"/>
              </a:solidFill>
            </a:endParaRPr>
          </a:p>
          <a:p>
            <a:pPr indent="0" lvl="0" marL="457200" rtl="0" algn="l">
              <a:lnSpc>
                <a:spcPct val="100000"/>
              </a:lnSpc>
              <a:spcBef>
                <a:spcPts val="1000"/>
              </a:spcBef>
              <a:spcAft>
                <a:spcPts val="0"/>
              </a:spcAft>
              <a:buNone/>
            </a:pPr>
            <a:r>
              <a:t/>
            </a:r>
            <a:endParaRPr sz="1900"/>
          </a:p>
          <a:p>
            <a:pPr indent="0" lvl="0" marL="457200" rtl="0" algn="l">
              <a:lnSpc>
                <a:spcPct val="100000"/>
              </a:lnSpc>
              <a:spcBef>
                <a:spcPts val="1000"/>
              </a:spcBef>
              <a:spcAft>
                <a:spcPts val="0"/>
              </a:spcAft>
              <a:buNone/>
            </a:pPr>
            <a:r>
              <a:t/>
            </a:r>
            <a:endParaRPr sz="1900"/>
          </a:p>
          <a:p>
            <a:pPr indent="0" lvl="0" marL="457200" rtl="0" algn="l">
              <a:lnSpc>
                <a:spcPct val="100000"/>
              </a:lnSpc>
              <a:spcBef>
                <a:spcPts val="1000"/>
              </a:spcBef>
              <a:spcAft>
                <a:spcPts val="100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name="PAPER AGENDA">
  <a:themeElements>
    <a:clrScheme name="Simple Light">
      <a:dk1>
        <a:srgbClr val="E9E4DB"/>
      </a:dk1>
      <a:lt1>
        <a:srgbClr val="131313"/>
      </a:lt1>
      <a:dk2>
        <a:srgbClr val="E96A64"/>
      </a:dk2>
      <a:lt2>
        <a:srgbClr val="299F9C"/>
      </a:lt2>
      <a:accent1>
        <a:srgbClr val="C0534D"/>
      </a:accent1>
      <a:accent2>
        <a:srgbClr val="207D7B"/>
      </a:accent2>
      <a:accent3>
        <a:srgbClr val="6E9960"/>
      </a:accent3>
      <a:accent4>
        <a:srgbClr val="444746"/>
      </a:accent4>
      <a:accent5>
        <a:srgbClr val="CDC7B9"/>
      </a:accent5>
      <a:accent6>
        <a:srgbClr val="F5F5F5"/>
      </a:accent6>
      <a:hlink>
        <a:srgbClr val="577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